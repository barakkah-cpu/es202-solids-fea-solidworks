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60" r:id="rId3"/>
    <p:sldId id="361" r:id="rId4"/>
    <p:sldId id="345" r:id="rId5"/>
    <p:sldId id="363" r:id="rId6"/>
    <p:sldId id="388" r:id="rId7"/>
    <p:sldId id="397" r:id="rId8"/>
    <p:sldId id="389" r:id="rId9"/>
    <p:sldId id="390" r:id="rId10"/>
    <p:sldId id="398" r:id="rId11"/>
    <p:sldId id="364" r:id="rId12"/>
    <p:sldId id="383" r:id="rId13"/>
    <p:sldId id="392" r:id="rId14"/>
    <p:sldId id="393" r:id="rId15"/>
    <p:sldId id="39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3245"/>
    <a:srgbClr val="0823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7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bishomi, Barakkah Ibitola I." userId="999ebc70-3806-4056-b0f6-bab6b1ba137a" providerId="ADAL" clId="{94CEAAA4-FB52-4E75-91BF-755540C304AA}"/>
    <pc:docChg chg="delSld">
      <pc:chgData name="Ibishomi, Barakkah Ibitola I." userId="999ebc70-3806-4056-b0f6-bab6b1ba137a" providerId="ADAL" clId="{94CEAAA4-FB52-4E75-91BF-755540C304AA}" dt="2026-06-15T20:24:45.056" v="0" actId="47"/>
      <pc:docMkLst>
        <pc:docMk/>
      </pc:docMkLst>
      <pc:sldChg chg="del">
        <pc:chgData name="Ibishomi, Barakkah Ibitola I." userId="999ebc70-3806-4056-b0f6-bab6b1ba137a" providerId="ADAL" clId="{94CEAAA4-FB52-4E75-91BF-755540C304AA}" dt="2026-06-15T20:24:45.056" v="0" actId="47"/>
        <pc:sldMkLst>
          <pc:docMk/>
          <pc:sldMk cId="3341714777" sldId="395"/>
        </pc:sldMkLst>
      </pc:sldChg>
    </pc:docChg>
  </pc:docChgLst>
</pc:chgInfo>
</file>

<file path=ppt/diagrams/_rels/data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image" Target="../media/image6.svg"/></Relationships>
</file>

<file path=ppt/diagrams/_rels/data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hyperlink" Target="https://compass.astm.org/content-access?contentCode=ASTM%7CB0221-21%7Cen-US" TargetMode="External"/><Relationship Id="rId1" Type="http://schemas.openxmlformats.org/officeDocument/2006/relationships/hyperlink" Target="https://fdotwww.blob.core.windows.net/sitefinity/docs/default-source/design/standardplans/2027/idx/700-010.pdf?sfvrsn=f2bf6d_2" TargetMode="External"/><Relationship Id="rId5" Type="http://schemas.openxmlformats.org/officeDocument/2006/relationships/image" Target="../media/image13.sv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image" Target="../media/image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hyperlink" Target="https://fdotwww.blob.core.windows.net/sitefinity/docs/default-source/design/standardplans/2027/idx/700-010.pdf?sfvrsn=f2bf6d_2" TargetMode="External"/><Relationship Id="rId1" Type="http://schemas.openxmlformats.org/officeDocument/2006/relationships/image" Target="../media/image11.svg"/><Relationship Id="rId5" Type="http://schemas.openxmlformats.org/officeDocument/2006/relationships/hyperlink" Target="https://compass.astm.org/content-access?contentCode=ASTM%7CB0221-21%7Cen-US" TargetMode="External"/><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DD560F-16E5-4E91-9F00-3ED9E1734F6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5C8399A-1548-4A3B-B269-F7176C128414}">
      <dgm:prSet/>
      <dgm:spPr/>
      <dgm:t>
        <a:bodyPr/>
        <a:lstStyle/>
        <a:p>
          <a:pPr>
            <a:lnSpc>
              <a:spcPct val="100000"/>
            </a:lnSpc>
          </a:pPr>
          <a:r>
            <a:rPr lang="en-US"/>
            <a:t>Step 1: </a:t>
          </a:r>
          <a:br>
            <a:rPr lang="en-US"/>
          </a:br>
          <a:r>
            <a:rPr lang="en-US"/>
            <a:t>Measure a STOP sign</a:t>
          </a:r>
        </a:p>
      </dgm:t>
    </dgm:pt>
    <dgm:pt modelId="{E7402EEC-1B23-4535-A86A-E84C3E46FFED}" type="parTrans" cxnId="{5EB63420-8AD5-48A8-9B2C-5ED628FFC100}">
      <dgm:prSet/>
      <dgm:spPr/>
      <dgm:t>
        <a:bodyPr/>
        <a:lstStyle/>
        <a:p>
          <a:endParaRPr lang="en-US"/>
        </a:p>
      </dgm:t>
    </dgm:pt>
    <dgm:pt modelId="{34CFF440-1257-4A10-91A3-A891C2D053C5}" type="sibTrans" cxnId="{5EB63420-8AD5-48A8-9B2C-5ED628FFC100}">
      <dgm:prSet/>
      <dgm:spPr/>
      <dgm:t>
        <a:bodyPr/>
        <a:lstStyle/>
        <a:p>
          <a:endParaRPr lang="en-US"/>
        </a:p>
      </dgm:t>
    </dgm:pt>
    <dgm:pt modelId="{AAA21A73-CC01-428A-A1C0-86EE4D8491D5}">
      <dgm:prSet/>
      <dgm:spPr/>
      <dgm:t>
        <a:bodyPr/>
        <a:lstStyle/>
        <a:p>
          <a:pPr>
            <a:lnSpc>
              <a:spcPct val="100000"/>
            </a:lnSpc>
          </a:pPr>
          <a:r>
            <a:rPr lang="en-US"/>
            <a:t>Step 2:</a:t>
          </a:r>
          <a:br>
            <a:rPr lang="en-US"/>
          </a:br>
          <a:r>
            <a:rPr lang="en-US"/>
            <a:t>Estimate the wind load</a:t>
          </a:r>
        </a:p>
      </dgm:t>
    </dgm:pt>
    <dgm:pt modelId="{8A16FA95-5799-4A2E-8956-1DC6A9AE60FE}" type="parTrans" cxnId="{34057778-B7C9-4B52-9D26-AD398F865F34}">
      <dgm:prSet/>
      <dgm:spPr/>
      <dgm:t>
        <a:bodyPr/>
        <a:lstStyle/>
        <a:p>
          <a:endParaRPr lang="en-US"/>
        </a:p>
      </dgm:t>
    </dgm:pt>
    <dgm:pt modelId="{CA27C625-D2C6-4C3C-BAE4-C795AB96129C}" type="sibTrans" cxnId="{34057778-B7C9-4B52-9D26-AD398F865F34}">
      <dgm:prSet/>
      <dgm:spPr/>
      <dgm:t>
        <a:bodyPr/>
        <a:lstStyle/>
        <a:p>
          <a:endParaRPr lang="en-US"/>
        </a:p>
      </dgm:t>
    </dgm:pt>
    <dgm:pt modelId="{49FA4403-5533-4E2C-B18A-FA06B4C5625A}">
      <dgm:prSet/>
      <dgm:spPr/>
      <dgm:t>
        <a:bodyPr/>
        <a:lstStyle/>
        <a:p>
          <a:pPr>
            <a:lnSpc>
              <a:spcPct val="100000"/>
            </a:lnSpc>
          </a:pPr>
          <a:r>
            <a:rPr lang="en-US"/>
            <a:t>Step 3:</a:t>
          </a:r>
          <a:br>
            <a:rPr lang="en-US"/>
          </a:br>
          <a:r>
            <a:rPr lang="en-US"/>
            <a:t>Design a 2-1/2” Diameter Pole Option</a:t>
          </a:r>
        </a:p>
      </dgm:t>
    </dgm:pt>
    <dgm:pt modelId="{EFAC1615-7980-4058-89BD-DAA3EF37CD5F}" type="parTrans" cxnId="{832C57C0-29B2-4B7D-BC0C-F5BC7A243774}">
      <dgm:prSet/>
      <dgm:spPr/>
      <dgm:t>
        <a:bodyPr/>
        <a:lstStyle/>
        <a:p>
          <a:endParaRPr lang="en-US"/>
        </a:p>
      </dgm:t>
    </dgm:pt>
    <dgm:pt modelId="{035E59E6-9CE1-45B7-B88F-AE67731C1383}" type="sibTrans" cxnId="{832C57C0-29B2-4B7D-BC0C-F5BC7A243774}">
      <dgm:prSet/>
      <dgm:spPr/>
      <dgm:t>
        <a:bodyPr/>
        <a:lstStyle/>
        <a:p>
          <a:endParaRPr lang="en-US"/>
        </a:p>
      </dgm:t>
    </dgm:pt>
    <dgm:pt modelId="{49BD7C25-D754-4D31-BF5B-996DE6A57FC8}">
      <dgm:prSet/>
      <dgm:spPr/>
      <dgm:t>
        <a:bodyPr/>
        <a:lstStyle/>
        <a:p>
          <a:pPr>
            <a:lnSpc>
              <a:spcPct val="100000"/>
            </a:lnSpc>
          </a:pPr>
          <a:r>
            <a:rPr lang="en-US"/>
            <a:t>Step 4: </a:t>
          </a:r>
          <a:br>
            <a:rPr lang="en-US"/>
          </a:br>
          <a:r>
            <a:rPr lang="en-US"/>
            <a:t>Design a Galvanized Steel Rail Option</a:t>
          </a:r>
        </a:p>
      </dgm:t>
    </dgm:pt>
    <dgm:pt modelId="{A48A016E-723D-44B8-92DB-D330D56C53BF}" type="parTrans" cxnId="{4673D2B7-FEFE-4C31-85C2-ACA66E5CF56D}">
      <dgm:prSet/>
      <dgm:spPr/>
      <dgm:t>
        <a:bodyPr/>
        <a:lstStyle/>
        <a:p>
          <a:endParaRPr lang="en-US"/>
        </a:p>
      </dgm:t>
    </dgm:pt>
    <dgm:pt modelId="{5CA278E3-50BC-46DE-B6E1-831458325D60}" type="sibTrans" cxnId="{4673D2B7-FEFE-4C31-85C2-ACA66E5CF56D}">
      <dgm:prSet/>
      <dgm:spPr/>
      <dgm:t>
        <a:bodyPr/>
        <a:lstStyle/>
        <a:p>
          <a:endParaRPr lang="en-US"/>
        </a:p>
      </dgm:t>
    </dgm:pt>
    <dgm:pt modelId="{1247BAE9-1573-491E-8EED-22B3E6CD7ED0}" type="pres">
      <dgm:prSet presAssocID="{34DD560F-16E5-4E91-9F00-3ED9E1734F6B}" presName="root" presStyleCnt="0">
        <dgm:presLayoutVars>
          <dgm:dir/>
          <dgm:resizeHandles val="exact"/>
        </dgm:presLayoutVars>
      </dgm:prSet>
      <dgm:spPr/>
    </dgm:pt>
    <dgm:pt modelId="{0BF23A92-9ABD-4385-80D8-7EF2E99D2C5D}" type="pres">
      <dgm:prSet presAssocID="{45C8399A-1548-4A3B-B269-F7176C128414}" presName="compNode" presStyleCnt="0"/>
      <dgm:spPr/>
    </dgm:pt>
    <dgm:pt modelId="{CF331C46-32B0-44CE-8E5F-4E716DB2139F}" type="pres">
      <dgm:prSet presAssocID="{45C8399A-1548-4A3B-B269-F7176C128414}" presName="bgRect" presStyleLbl="bgShp" presStyleIdx="0" presStyleCnt="4"/>
      <dgm:spPr/>
    </dgm:pt>
    <dgm:pt modelId="{6A982599-2238-412A-B562-D63349FE9EA7}" type="pres">
      <dgm:prSet presAssocID="{45C8399A-1548-4A3B-B269-F7176C128414}"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ead with Gears"/>
        </a:ext>
      </dgm:extLst>
    </dgm:pt>
    <dgm:pt modelId="{F695BC9D-749E-455A-9A24-CCB78D165E38}" type="pres">
      <dgm:prSet presAssocID="{45C8399A-1548-4A3B-B269-F7176C128414}" presName="spaceRect" presStyleCnt="0"/>
      <dgm:spPr/>
    </dgm:pt>
    <dgm:pt modelId="{C3C6B62C-4057-4AA8-88CB-9023B8781A8F}" type="pres">
      <dgm:prSet presAssocID="{45C8399A-1548-4A3B-B269-F7176C128414}" presName="parTx" presStyleLbl="revTx" presStyleIdx="0" presStyleCnt="4">
        <dgm:presLayoutVars>
          <dgm:chMax val="0"/>
          <dgm:chPref val="0"/>
        </dgm:presLayoutVars>
      </dgm:prSet>
      <dgm:spPr/>
    </dgm:pt>
    <dgm:pt modelId="{C13FFB7E-1B69-4247-9B28-7C64FA195867}" type="pres">
      <dgm:prSet presAssocID="{34CFF440-1257-4A10-91A3-A891C2D053C5}" presName="sibTrans" presStyleCnt="0"/>
      <dgm:spPr/>
    </dgm:pt>
    <dgm:pt modelId="{C6DD9C74-BDA4-49E7-9DBF-CE88C1142214}" type="pres">
      <dgm:prSet presAssocID="{AAA21A73-CC01-428A-A1C0-86EE4D8491D5}" presName="compNode" presStyleCnt="0"/>
      <dgm:spPr/>
    </dgm:pt>
    <dgm:pt modelId="{120805B3-21FD-4B74-95CE-4EC61D414990}" type="pres">
      <dgm:prSet presAssocID="{AAA21A73-CC01-428A-A1C0-86EE4D8491D5}" presName="bgRect" presStyleLbl="bgShp" presStyleIdx="1" presStyleCnt="4"/>
      <dgm:spPr/>
    </dgm:pt>
    <dgm:pt modelId="{77529A55-E934-462E-A939-A85EE898BCBF}" type="pres">
      <dgm:prSet presAssocID="{AAA21A73-CC01-428A-A1C0-86EE4D8491D5}"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8D7CD0A0-AC23-465D-AFE1-C666CD84E66F}" type="pres">
      <dgm:prSet presAssocID="{AAA21A73-CC01-428A-A1C0-86EE4D8491D5}" presName="spaceRect" presStyleCnt="0"/>
      <dgm:spPr/>
    </dgm:pt>
    <dgm:pt modelId="{3846E0DB-BA00-47E0-BA00-A6FF8557FCED}" type="pres">
      <dgm:prSet presAssocID="{AAA21A73-CC01-428A-A1C0-86EE4D8491D5}" presName="parTx" presStyleLbl="revTx" presStyleIdx="1" presStyleCnt="4">
        <dgm:presLayoutVars>
          <dgm:chMax val="0"/>
          <dgm:chPref val="0"/>
        </dgm:presLayoutVars>
      </dgm:prSet>
      <dgm:spPr/>
    </dgm:pt>
    <dgm:pt modelId="{C162F4BC-7661-4F29-B683-42613EBD599E}" type="pres">
      <dgm:prSet presAssocID="{CA27C625-D2C6-4C3C-BAE4-C795AB96129C}" presName="sibTrans" presStyleCnt="0"/>
      <dgm:spPr/>
    </dgm:pt>
    <dgm:pt modelId="{89FBAB96-FCF2-457A-942F-89C9C71C1B5E}" type="pres">
      <dgm:prSet presAssocID="{49FA4403-5533-4E2C-B18A-FA06B4C5625A}" presName="compNode" presStyleCnt="0"/>
      <dgm:spPr/>
    </dgm:pt>
    <dgm:pt modelId="{6578E907-B68A-4E6A-9DF0-8277B3042566}" type="pres">
      <dgm:prSet presAssocID="{49FA4403-5533-4E2C-B18A-FA06B4C5625A}" presName="bgRect" presStyleLbl="bgShp" presStyleIdx="2" presStyleCnt="4"/>
      <dgm:spPr/>
    </dgm:pt>
    <dgm:pt modelId="{677EE4EE-4304-43EA-9194-E01992F0FE94}" type="pres">
      <dgm:prSet presAssocID="{49FA4403-5533-4E2C-B18A-FA06B4C5625A}" presName="iconRect" presStyleLbl="node1" presStyleIdx="2" presStyleCnt="4"/>
      <dgm:spPr/>
    </dgm:pt>
    <dgm:pt modelId="{9B8FCB43-1986-43AD-8E14-FB13B3700E0E}" type="pres">
      <dgm:prSet presAssocID="{49FA4403-5533-4E2C-B18A-FA06B4C5625A}" presName="spaceRect" presStyleCnt="0"/>
      <dgm:spPr/>
    </dgm:pt>
    <dgm:pt modelId="{3ADAF41D-6BE2-4F95-87A7-B4431DBEFD05}" type="pres">
      <dgm:prSet presAssocID="{49FA4403-5533-4E2C-B18A-FA06B4C5625A}" presName="parTx" presStyleLbl="revTx" presStyleIdx="2" presStyleCnt="4">
        <dgm:presLayoutVars>
          <dgm:chMax val="0"/>
          <dgm:chPref val="0"/>
        </dgm:presLayoutVars>
      </dgm:prSet>
      <dgm:spPr/>
    </dgm:pt>
    <dgm:pt modelId="{A6F6C64C-D067-43C3-BD01-DDAE55459DE7}" type="pres">
      <dgm:prSet presAssocID="{035E59E6-9CE1-45B7-B88F-AE67731C1383}" presName="sibTrans" presStyleCnt="0"/>
      <dgm:spPr/>
    </dgm:pt>
    <dgm:pt modelId="{325B5995-34A0-4F8B-AADE-BB22552E8881}" type="pres">
      <dgm:prSet presAssocID="{49BD7C25-D754-4D31-BF5B-996DE6A57FC8}" presName="compNode" presStyleCnt="0"/>
      <dgm:spPr/>
    </dgm:pt>
    <dgm:pt modelId="{AC35988C-9027-4E92-B465-F2E8BC61CA81}" type="pres">
      <dgm:prSet presAssocID="{49BD7C25-D754-4D31-BF5B-996DE6A57FC8}" presName="bgRect" presStyleLbl="bgShp" presStyleIdx="3" presStyleCnt="4"/>
      <dgm:spPr/>
    </dgm:pt>
    <dgm:pt modelId="{D0AB6D67-E6A1-42F3-8985-CA05A264E645}" type="pres">
      <dgm:prSet presAssocID="{49BD7C25-D754-4D31-BF5B-996DE6A57FC8}" presName="iconRect" presStyleLbl="node1" presStyleIdx="3" presStyleCnt="4"/>
      <dgm:spPr/>
    </dgm:pt>
    <dgm:pt modelId="{4658B4AD-2FA2-4CBB-9501-D813B9C4C214}" type="pres">
      <dgm:prSet presAssocID="{49BD7C25-D754-4D31-BF5B-996DE6A57FC8}" presName="spaceRect" presStyleCnt="0"/>
      <dgm:spPr/>
    </dgm:pt>
    <dgm:pt modelId="{D5FDC004-8FF8-4A2E-AE55-B99280DD59C7}" type="pres">
      <dgm:prSet presAssocID="{49BD7C25-D754-4D31-BF5B-996DE6A57FC8}" presName="parTx" presStyleLbl="revTx" presStyleIdx="3" presStyleCnt="4">
        <dgm:presLayoutVars>
          <dgm:chMax val="0"/>
          <dgm:chPref val="0"/>
        </dgm:presLayoutVars>
      </dgm:prSet>
      <dgm:spPr/>
    </dgm:pt>
  </dgm:ptLst>
  <dgm:cxnLst>
    <dgm:cxn modelId="{5EB63420-8AD5-48A8-9B2C-5ED628FFC100}" srcId="{34DD560F-16E5-4E91-9F00-3ED9E1734F6B}" destId="{45C8399A-1548-4A3B-B269-F7176C128414}" srcOrd="0" destOrd="0" parTransId="{E7402EEC-1B23-4535-A86A-E84C3E46FFED}" sibTransId="{34CFF440-1257-4A10-91A3-A891C2D053C5}"/>
    <dgm:cxn modelId="{5DA2F635-4E56-49E6-8CDD-EF08705746CC}" type="presOf" srcId="{49FA4403-5533-4E2C-B18A-FA06B4C5625A}" destId="{3ADAF41D-6BE2-4F95-87A7-B4431DBEFD05}" srcOrd="0" destOrd="0" presId="urn:microsoft.com/office/officeart/2018/2/layout/IconVerticalSolidList"/>
    <dgm:cxn modelId="{492D4A51-865D-4D1D-9E8F-A45E1E71395E}" type="presOf" srcId="{AAA21A73-CC01-428A-A1C0-86EE4D8491D5}" destId="{3846E0DB-BA00-47E0-BA00-A6FF8557FCED}" srcOrd="0" destOrd="0" presId="urn:microsoft.com/office/officeart/2018/2/layout/IconVerticalSolidList"/>
    <dgm:cxn modelId="{34057778-B7C9-4B52-9D26-AD398F865F34}" srcId="{34DD560F-16E5-4E91-9F00-3ED9E1734F6B}" destId="{AAA21A73-CC01-428A-A1C0-86EE4D8491D5}" srcOrd="1" destOrd="0" parTransId="{8A16FA95-5799-4A2E-8956-1DC6A9AE60FE}" sibTransId="{CA27C625-D2C6-4C3C-BAE4-C795AB96129C}"/>
    <dgm:cxn modelId="{BD41F97E-B3A8-4983-B6AA-1D39E1E1EDBB}" type="presOf" srcId="{45C8399A-1548-4A3B-B269-F7176C128414}" destId="{C3C6B62C-4057-4AA8-88CB-9023B8781A8F}" srcOrd="0" destOrd="0" presId="urn:microsoft.com/office/officeart/2018/2/layout/IconVerticalSolidList"/>
    <dgm:cxn modelId="{04114A99-F754-4C5C-9ACE-636091C58618}" type="presOf" srcId="{34DD560F-16E5-4E91-9F00-3ED9E1734F6B}" destId="{1247BAE9-1573-491E-8EED-22B3E6CD7ED0}" srcOrd="0" destOrd="0" presId="urn:microsoft.com/office/officeart/2018/2/layout/IconVerticalSolidList"/>
    <dgm:cxn modelId="{EE36C5AA-3A97-4E6E-B114-0A23643A14D7}" type="presOf" srcId="{49BD7C25-D754-4D31-BF5B-996DE6A57FC8}" destId="{D5FDC004-8FF8-4A2E-AE55-B99280DD59C7}" srcOrd="0" destOrd="0" presId="urn:microsoft.com/office/officeart/2018/2/layout/IconVerticalSolidList"/>
    <dgm:cxn modelId="{4673D2B7-FEFE-4C31-85C2-ACA66E5CF56D}" srcId="{34DD560F-16E5-4E91-9F00-3ED9E1734F6B}" destId="{49BD7C25-D754-4D31-BF5B-996DE6A57FC8}" srcOrd="3" destOrd="0" parTransId="{A48A016E-723D-44B8-92DB-D330D56C53BF}" sibTransId="{5CA278E3-50BC-46DE-B6E1-831458325D60}"/>
    <dgm:cxn modelId="{832C57C0-29B2-4B7D-BC0C-F5BC7A243774}" srcId="{34DD560F-16E5-4E91-9F00-3ED9E1734F6B}" destId="{49FA4403-5533-4E2C-B18A-FA06B4C5625A}" srcOrd="2" destOrd="0" parTransId="{EFAC1615-7980-4058-89BD-DAA3EF37CD5F}" sibTransId="{035E59E6-9CE1-45B7-B88F-AE67731C1383}"/>
    <dgm:cxn modelId="{3B1EAD7C-FBDD-4BDD-A969-96D631089794}" type="presParOf" srcId="{1247BAE9-1573-491E-8EED-22B3E6CD7ED0}" destId="{0BF23A92-9ABD-4385-80D8-7EF2E99D2C5D}" srcOrd="0" destOrd="0" presId="urn:microsoft.com/office/officeart/2018/2/layout/IconVerticalSolidList"/>
    <dgm:cxn modelId="{C5E4B082-4F42-47D5-9B7B-224DEEB36E12}" type="presParOf" srcId="{0BF23A92-9ABD-4385-80D8-7EF2E99D2C5D}" destId="{CF331C46-32B0-44CE-8E5F-4E716DB2139F}" srcOrd="0" destOrd="0" presId="urn:microsoft.com/office/officeart/2018/2/layout/IconVerticalSolidList"/>
    <dgm:cxn modelId="{B6A65FB7-AA05-4E4A-B204-1275939430FD}" type="presParOf" srcId="{0BF23A92-9ABD-4385-80D8-7EF2E99D2C5D}" destId="{6A982599-2238-412A-B562-D63349FE9EA7}" srcOrd="1" destOrd="0" presId="urn:microsoft.com/office/officeart/2018/2/layout/IconVerticalSolidList"/>
    <dgm:cxn modelId="{B3D2CD06-8421-4A14-9548-452EF729FAA8}" type="presParOf" srcId="{0BF23A92-9ABD-4385-80D8-7EF2E99D2C5D}" destId="{F695BC9D-749E-455A-9A24-CCB78D165E38}" srcOrd="2" destOrd="0" presId="urn:microsoft.com/office/officeart/2018/2/layout/IconVerticalSolidList"/>
    <dgm:cxn modelId="{2A7EB54E-E3F8-4289-8FC4-C26DC4702670}" type="presParOf" srcId="{0BF23A92-9ABD-4385-80D8-7EF2E99D2C5D}" destId="{C3C6B62C-4057-4AA8-88CB-9023B8781A8F}" srcOrd="3" destOrd="0" presId="urn:microsoft.com/office/officeart/2018/2/layout/IconVerticalSolidList"/>
    <dgm:cxn modelId="{9BBA2769-5F40-482A-A598-38C356C8FCBB}" type="presParOf" srcId="{1247BAE9-1573-491E-8EED-22B3E6CD7ED0}" destId="{C13FFB7E-1B69-4247-9B28-7C64FA195867}" srcOrd="1" destOrd="0" presId="urn:microsoft.com/office/officeart/2018/2/layout/IconVerticalSolidList"/>
    <dgm:cxn modelId="{4219E203-4D4D-467E-917C-2576EC9577DA}" type="presParOf" srcId="{1247BAE9-1573-491E-8EED-22B3E6CD7ED0}" destId="{C6DD9C74-BDA4-49E7-9DBF-CE88C1142214}" srcOrd="2" destOrd="0" presId="urn:microsoft.com/office/officeart/2018/2/layout/IconVerticalSolidList"/>
    <dgm:cxn modelId="{71ACC244-2138-4F16-862D-AD8F8A8AFAC5}" type="presParOf" srcId="{C6DD9C74-BDA4-49E7-9DBF-CE88C1142214}" destId="{120805B3-21FD-4B74-95CE-4EC61D414990}" srcOrd="0" destOrd="0" presId="urn:microsoft.com/office/officeart/2018/2/layout/IconVerticalSolidList"/>
    <dgm:cxn modelId="{61C3ABA2-70B6-4E3A-88F2-FA44BD2571AF}" type="presParOf" srcId="{C6DD9C74-BDA4-49E7-9DBF-CE88C1142214}" destId="{77529A55-E934-462E-A939-A85EE898BCBF}" srcOrd="1" destOrd="0" presId="urn:microsoft.com/office/officeart/2018/2/layout/IconVerticalSolidList"/>
    <dgm:cxn modelId="{67A5DF22-D6B6-4362-92D3-339114BCA422}" type="presParOf" srcId="{C6DD9C74-BDA4-49E7-9DBF-CE88C1142214}" destId="{8D7CD0A0-AC23-465D-AFE1-C666CD84E66F}" srcOrd="2" destOrd="0" presId="urn:microsoft.com/office/officeart/2018/2/layout/IconVerticalSolidList"/>
    <dgm:cxn modelId="{DC684274-AF17-4024-8D8F-0F4126C19527}" type="presParOf" srcId="{C6DD9C74-BDA4-49E7-9DBF-CE88C1142214}" destId="{3846E0DB-BA00-47E0-BA00-A6FF8557FCED}" srcOrd="3" destOrd="0" presId="urn:microsoft.com/office/officeart/2018/2/layout/IconVerticalSolidList"/>
    <dgm:cxn modelId="{075336A0-7368-4E2E-987F-FA2A1BB71A8B}" type="presParOf" srcId="{1247BAE9-1573-491E-8EED-22B3E6CD7ED0}" destId="{C162F4BC-7661-4F29-B683-42613EBD599E}" srcOrd="3" destOrd="0" presId="urn:microsoft.com/office/officeart/2018/2/layout/IconVerticalSolidList"/>
    <dgm:cxn modelId="{139B652E-127D-4823-AC81-AC406BCE27B9}" type="presParOf" srcId="{1247BAE9-1573-491E-8EED-22B3E6CD7ED0}" destId="{89FBAB96-FCF2-457A-942F-89C9C71C1B5E}" srcOrd="4" destOrd="0" presId="urn:microsoft.com/office/officeart/2018/2/layout/IconVerticalSolidList"/>
    <dgm:cxn modelId="{F9E1E842-4ACD-47AF-9E26-CEDB50BE053F}" type="presParOf" srcId="{89FBAB96-FCF2-457A-942F-89C9C71C1B5E}" destId="{6578E907-B68A-4E6A-9DF0-8277B3042566}" srcOrd="0" destOrd="0" presId="urn:microsoft.com/office/officeart/2018/2/layout/IconVerticalSolidList"/>
    <dgm:cxn modelId="{B1C70ED8-65ED-4F7A-AFEC-8D42CCD6447B}" type="presParOf" srcId="{89FBAB96-FCF2-457A-942F-89C9C71C1B5E}" destId="{677EE4EE-4304-43EA-9194-E01992F0FE94}" srcOrd="1" destOrd="0" presId="urn:microsoft.com/office/officeart/2018/2/layout/IconVerticalSolidList"/>
    <dgm:cxn modelId="{14797526-7D59-4424-8347-D70B550FF140}" type="presParOf" srcId="{89FBAB96-FCF2-457A-942F-89C9C71C1B5E}" destId="{9B8FCB43-1986-43AD-8E14-FB13B3700E0E}" srcOrd="2" destOrd="0" presId="urn:microsoft.com/office/officeart/2018/2/layout/IconVerticalSolidList"/>
    <dgm:cxn modelId="{A9D32F16-704A-47BE-BA6C-B6D888CB898E}" type="presParOf" srcId="{89FBAB96-FCF2-457A-942F-89C9C71C1B5E}" destId="{3ADAF41D-6BE2-4F95-87A7-B4431DBEFD05}" srcOrd="3" destOrd="0" presId="urn:microsoft.com/office/officeart/2018/2/layout/IconVerticalSolidList"/>
    <dgm:cxn modelId="{86A1E1DE-DC3D-4459-9565-E696289BD6F9}" type="presParOf" srcId="{1247BAE9-1573-491E-8EED-22B3E6CD7ED0}" destId="{A6F6C64C-D067-43C3-BD01-DDAE55459DE7}" srcOrd="5" destOrd="0" presId="urn:microsoft.com/office/officeart/2018/2/layout/IconVerticalSolidList"/>
    <dgm:cxn modelId="{7F9C9A7C-F89A-40D4-9CD8-F12782C74607}" type="presParOf" srcId="{1247BAE9-1573-491E-8EED-22B3E6CD7ED0}" destId="{325B5995-34A0-4F8B-AADE-BB22552E8881}" srcOrd="6" destOrd="0" presId="urn:microsoft.com/office/officeart/2018/2/layout/IconVerticalSolidList"/>
    <dgm:cxn modelId="{DA043B82-6DE7-4FCA-8013-93B6FD002602}" type="presParOf" srcId="{325B5995-34A0-4F8B-AADE-BB22552E8881}" destId="{AC35988C-9027-4E92-B465-F2E8BC61CA81}" srcOrd="0" destOrd="0" presId="urn:microsoft.com/office/officeart/2018/2/layout/IconVerticalSolidList"/>
    <dgm:cxn modelId="{5FEC995C-17A4-4D94-9745-F1BF8C22928F}" type="presParOf" srcId="{325B5995-34A0-4F8B-AADE-BB22552E8881}" destId="{D0AB6D67-E6A1-42F3-8985-CA05A264E645}" srcOrd="1" destOrd="0" presId="urn:microsoft.com/office/officeart/2018/2/layout/IconVerticalSolidList"/>
    <dgm:cxn modelId="{799238B4-DE96-4409-A67A-E039A6EFE8B5}" type="presParOf" srcId="{325B5995-34A0-4F8B-AADE-BB22552E8881}" destId="{4658B4AD-2FA2-4CBB-9501-D813B9C4C214}" srcOrd="2" destOrd="0" presId="urn:microsoft.com/office/officeart/2018/2/layout/IconVerticalSolidList"/>
    <dgm:cxn modelId="{CE5A7A11-52FE-46FD-BDF9-943A2807274D}" type="presParOf" srcId="{325B5995-34A0-4F8B-AADE-BB22552E8881}" destId="{D5FDC004-8FF8-4A2E-AE55-B99280DD59C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AD347D5-98B2-4AB5-A18C-D55C6B4BA378}"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D4CFC6B6-F4FD-4A5E-9E23-68715D516531}">
      <dgm:prSet/>
      <dgm:spPr/>
      <dgm:t>
        <a:bodyPr/>
        <a:lstStyle/>
        <a:p>
          <a:r>
            <a:rPr lang="en-US"/>
            <a:t>Size of the sign meets MUTCD Table 2B-1 requirements </a:t>
          </a:r>
        </a:p>
      </dgm:t>
    </dgm:pt>
    <dgm:pt modelId="{2D31F473-9D89-402A-805A-02A91CFEA708}" type="parTrans" cxnId="{8A3A7DA7-2272-47F9-845E-9B934BD540EC}">
      <dgm:prSet/>
      <dgm:spPr/>
      <dgm:t>
        <a:bodyPr/>
        <a:lstStyle/>
        <a:p>
          <a:endParaRPr lang="en-US"/>
        </a:p>
      </dgm:t>
    </dgm:pt>
    <dgm:pt modelId="{39DE108F-0C45-495D-9AB3-A27D983FBE7A}" type="sibTrans" cxnId="{8A3A7DA7-2272-47F9-845E-9B934BD540EC}">
      <dgm:prSet/>
      <dgm:spPr/>
      <dgm:t>
        <a:bodyPr/>
        <a:lstStyle/>
        <a:p>
          <a:endParaRPr lang="en-US"/>
        </a:p>
      </dgm:t>
    </dgm:pt>
    <dgm:pt modelId="{F7C0F5F8-86E2-48DC-B2C4-5EEBCBF62979}">
      <dgm:prSet/>
      <dgm:spPr/>
      <dgm:t>
        <a:bodyPr/>
        <a:lstStyle/>
        <a:p>
          <a:r>
            <a:rPr lang="en-US"/>
            <a:t>Aluminum Posts</a:t>
          </a:r>
        </a:p>
      </dgm:t>
    </dgm:pt>
    <dgm:pt modelId="{78DA654D-DDE3-48B7-9353-73506B3EB001}" type="parTrans" cxnId="{1AEBBCFA-8466-4399-A2D4-8DF18AE6153B}">
      <dgm:prSet/>
      <dgm:spPr/>
      <dgm:t>
        <a:bodyPr/>
        <a:lstStyle/>
        <a:p>
          <a:endParaRPr lang="en-US"/>
        </a:p>
      </dgm:t>
    </dgm:pt>
    <dgm:pt modelId="{59473A19-CF1C-49F5-823C-C4A08761FA67}" type="sibTrans" cxnId="{1AEBBCFA-8466-4399-A2D4-8DF18AE6153B}">
      <dgm:prSet/>
      <dgm:spPr/>
      <dgm:t>
        <a:bodyPr/>
        <a:lstStyle/>
        <a:p>
          <a:endParaRPr lang="en-US"/>
        </a:p>
      </dgm:t>
    </dgm:pt>
    <dgm:pt modelId="{B5CB4757-1C5B-465A-AE16-3080AAE9FF74}">
      <dgm:prSet/>
      <dgm:spPr/>
      <dgm:t>
        <a:bodyPr/>
        <a:lstStyle/>
        <a:p>
          <a:r>
            <a:rPr lang="en-US"/>
            <a:t>2-1/2” in diameter</a:t>
          </a:r>
        </a:p>
      </dgm:t>
    </dgm:pt>
    <dgm:pt modelId="{B2124EEC-3C94-448C-B32A-07515C146E77}" type="parTrans" cxnId="{F69DF013-B0B7-4D01-B2F7-5C8AEF4989CF}">
      <dgm:prSet/>
      <dgm:spPr/>
      <dgm:t>
        <a:bodyPr/>
        <a:lstStyle/>
        <a:p>
          <a:endParaRPr lang="en-US"/>
        </a:p>
      </dgm:t>
    </dgm:pt>
    <dgm:pt modelId="{EA7C920E-12CC-4152-BA05-C8DC8901D7B7}" type="sibTrans" cxnId="{F69DF013-B0B7-4D01-B2F7-5C8AEF4989CF}">
      <dgm:prSet/>
      <dgm:spPr/>
      <dgm:t>
        <a:bodyPr/>
        <a:lstStyle/>
        <a:p>
          <a:endParaRPr lang="en-US"/>
        </a:p>
      </dgm:t>
    </dgm:pt>
    <dgm:pt modelId="{85BCF148-7772-4324-8AAF-DF3D2B8BFE4F}">
      <dgm:prSet/>
      <dgm:spPr/>
      <dgm:t>
        <a:bodyPr/>
        <a:lstStyle/>
        <a:p>
          <a:r>
            <a:rPr lang="en-US"/>
            <a:t>Resist 120 MPH wind speed</a:t>
          </a:r>
        </a:p>
      </dgm:t>
    </dgm:pt>
    <dgm:pt modelId="{D25DE7DF-536B-4196-921C-B3BCB6D57E25}" type="parTrans" cxnId="{74C119E8-AECF-4129-8DE4-56AB2031E708}">
      <dgm:prSet/>
      <dgm:spPr/>
      <dgm:t>
        <a:bodyPr/>
        <a:lstStyle/>
        <a:p>
          <a:endParaRPr lang="en-US"/>
        </a:p>
      </dgm:t>
    </dgm:pt>
    <dgm:pt modelId="{EE3F776C-17C3-4D42-9CFC-16569FDDD8C3}" type="sibTrans" cxnId="{74C119E8-AECF-4129-8DE4-56AB2031E708}">
      <dgm:prSet/>
      <dgm:spPr/>
      <dgm:t>
        <a:bodyPr/>
        <a:lstStyle/>
        <a:p>
          <a:endParaRPr lang="en-US"/>
        </a:p>
      </dgm:t>
    </dgm:pt>
    <dgm:pt modelId="{06EE63EB-14E0-402C-874C-450512A17DF5}" type="pres">
      <dgm:prSet presAssocID="{BAD347D5-98B2-4AB5-A18C-D55C6B4BA378}" presName="linear" presStyleCnt="0">
        <dgm:presLayoutVars>
          <dgm:animLvl val="lvl"/>
          <dgm:resizeHandles val="exact"/>
        </dgm:presLayoutVars>
      </dgm:prSet>
      <dgm:spPr/>
    </dgm:pt>
    <dgm:pt modelId="{79223901-207C-494F-8ACD-3900557BFA91}" type="pres">
      <dgm:prSet presAssocID="{D4CFC6B6-F4FD-4A5E-9E23-68715D516531}" presName="parentText" presStyleLbl="node1" presStyleIdx="0" presStyleCnt="4">
        <dgm:presLayoutVars>
          <dgm:chMax val="0"/>
          <dgm:bulletEnabled val="1"/>
        </dgm:presLayoutVars>
      </dgm:prSet>
      <dgm:spPr/>
    </dgm:pt>
    <dgm:pt modelId="{0E5F1F53-452C-4CCB-8A7F-C5A0D0224EB9}" type="pres">
      <dgm:prSet presAssocID="{39DE108F-0C45-495D-9AB3-A27D983FBE7A}" presName="spacer" presStyleCnt="0"/>
      <dgm:spPr/>
    </dgm:pt>
    <dgm:pt modelId="{8DBB9BE7-BEBF-43C5-B24B-7F4EAB1F2B40}" type="pres">
      <dgm:prSet presAssocID="{F7C0F5F8-86E2-48DC-B2C4-5EEBCBF62979}" presName="parentText" presStyleLbl="node1" presStyleIdx="1" presStyleCnt="4">
        <dgm:presLayoutVars>
          <dgm:chMax val="0"/>
          <dgm:bulletEnabled val="1"/>
        </dgm:presLayoutVars>
      </dgm:prSet>
      <dgm:spPr/>
    </dgm:pt>
    <dgm:pt modelId="{39D4D92C-2ACA-46ED-8863-7EF68C07420D}" type="pres">
      <dgm:prSet presAssocID="{59473A19-CF1C-49F5-823C-C4A08761FA67}" presName="spacer" presStyleCnt="0"/>
      <dgm:spPr/>
    </dgm:pt>
    <dgm:pt modelId="{2ADE79AD-8A73-496D-B191-D51056784136}" type="pres">
      <dgm:prSet presAssocID="{B5CB4757-1C5B-465A-AE16-3080AAE9FF74}" presName="parentText" presStyleLbl="node1" presStyleIdx="2" presStyleCnt="4">
        <dgm:presLayoutVars>
          <dgm:chMax val="0"/>
          <dgm:bulletEnabled val="1"/>
        </dgm:presLayoutVars>
      </dgm:prSet>
      <dgm:spPr/>
    </dgm:pt>
    <dgm:pt modelId="{C2E052B7-07DC-4EBC-8023-8B5A4DDEEC7E}" type="pres">
      <dgm:prSet presAssocID="{EA7C920E-12CC-4152-BA05-C8DC8901D7B7}" presName="spacer" presStyleCnt="0"/>
      <dgm:spPr/>
    </dgm:pt>
    <dgm:pt modelId="{4C77C7CE-0180-48C4-AE16-123E85D0F4BE}" type="pres">
      <dgm:prSet presAssocID="{85BCF148-7772-4324-8AAF-DF3D2B8BFE4F}" presName="parentText" presStyleLbl="node1" presStyleIdx="3" presStyleCnt="4">
        <dgm:presLayoutVars>
          <dgm:chMax val="0"/>
          <dgm:bulletEnabled val="1"/>
        </dgm:presLayoutVars>
      </dgm:prSet>
      <dgm:spPr/>
    </dgm:pt>
  </dgm:ptLst>
  <dgm:cxnLst>
    <dgm:cxn modelId="{CD049602-C012-4925-94DD-377B9EF9EB90}" type="presOf" srcId="{85BCF148-7772-4324-8AAF-DF3D2B8BFE4F}" destId="{4C77C7CE-0180-48C4-AE16-123E85D0F4BE}" srcOrd="0" destOrd="0" presId="urn:microsoft.com/office/officeart/2005/8/layout/vList2"/>
    <dgm:cxn modelId="{F69DF013-B0B7-4D01-B2F7-5C8AEF4989CF}" srcId="{BAD347D5-98B2-4AB5-A18C-D55C6B4BA378}" destId="{B5CB4757-1C5B-465A-AE16-3080AAE9FF74}" srcOrd="2" destOrd="0" parTransId="{B2124EEC-3C94-448C-B32A-07515C146E77}" sibTransId="{EA7C920E-12CC-4152-BA05-C8DC8901D7B7}"/>
    <dgm:cxn modelId="{93E14443-DFEE-4FB1-9EF2-A7F1B53E5CC9}" type="presOf" srcId="{BAD347D5-98B2-4AB5-A18C-D55C6B4BA378}" destId="{06EE63EB-14E0-402C-874C-450512A17DF5}" srcOrd="0" destOrd="0" presId="urn:microsoft.com/office/officeart/2005/8/layout/vList2"/>
    <dgm:cxn modelId="{10CEA847-04F0-4AB1-8E21-8DB55A5EFC94}" type="presOf" srcId="{D4CFC6B6-F4FD-4A5E-9E23-68715D516531}" destId="{79223901-207C-494F-8ACD-3900557BFA91}" srcOrd="0" destOrd="0" presId="urn:microsoft.com/office/officeart/2005/8/layout/vList2"/>
    <dgm:cxn modelId="{F865AE4B-0A9B-4010-BA88-AC8AFF5D607B}" type="presOf" srcId="{F7C0F5F8-86E2-48DC-B2C4-5EEBCBF62979}" destId="{8DBB9BE7-BEBF-43C5-B24B-7F4EAB1F2B40}" srcOrd="0" destOrd="0" presId="urn:microsoft.com/office/officeart/2005/8/layout/vList2"/>
    <dgm:cxn modelId="{E4328470-B8E9-4B65-B699-B9B52E3F4F35}" type="presOf" srcId="{B5CB4757-1C5B-465A-AE16-3080AAE9FF74}" destId="{2ADE79AD-8A73-496D-B191-D51056784136}" srcOrd="0" destOrd="0" presId="urn:microsoft.com/office/officeart/2005/8/layout/vList2"/>
    <dgm:cxn modelId="{8A3A7DA7-2272-47F9-845E-9B934BD540EC}" srcId="{BAD347D5-98B2-4AB5-A18C-D55C6B4BA378}" destId="{D4CFC6B6-F4FD-4A5E-9E23-68715D516531}" srcOrd="0" destOrd="0" parTransId="{2D31F473-9D89-402A-805A-02A91CFEA708}" sibTransId="{39DE108F-0C45-495D-9AB3-A27D983FBE7A}"/>
    <dgm:cxn modelId="{74C119E8-AECF-4129-8DE4-56AB2031E708}" srcId="{BAD347D5-98B2-4AB5-A18C-D55C6B4BA378}" destId="{85BCF148-7772-4324-8AAF-DF3D2B8BFE4F}" srcOrd="3" destOrd="0" parTransId="{D25DE7DF-536B-4196-921C-B3BCB6D57E25}" sibTransId="{EE3F776C-17C3-4D42-9CFC-16569FDDD8C3}"/>
    <dgm:cxn modelId="{1AEBBCFA-8466-4399-A2D4-8DF18AE6153B}" srcId="{BAD347D5-98B2-4AB5-A18C-D55C6B4BA378}" destId="{F7C0F5F8-86E2-48DC-B2C4-5EEBCBF62979}" srcOrd="1" destOrd="0" parTransId="{78DA654D-DDE3-48B7-9353-73506B3EB001}" sibTransId="{59473A19-CF1C-49F5-823C-C4A08761FA67}"/>
    <dgm:cxn modelId="{976B86F2-C2A9-47E7-A0A6-28F27F58B629}" type="presParOf" srcId="{06EE63EB-14E0-402C-874C-450512A17DF5}" destId="{79223901-207C-494F-8ACD-3900557BFA91}" srcOrd="0" destOrd="0" presId="urn:microsoft.com/office/officeart/2005/8/layout/vList2"/>
    <dgm:cxn modelId="{B394A259-E199-4F65-9A69-0245B458E4A0}" type="presParOf" srcId="{06EE63EB-14E0-402C-874C-450512A17DF5}" destId="{0E5F1F53-452C-4CCB-8A7F-C5A0D0224EB9}" srcOrd="1" destOrd="0" presId="urn:microsoft.com/office/officeart/2005/8/layout/vList2"/>
    <dgm:cxn modelId="{97F83D82-887D-4950-B73B-1F4082EA595D}" type="presParOf" srcId="{06EE63EB-14E0-402C-874C-450512A17DF5}" destId="{8DBB9BE7-BEBF-43C5-B24B-7F4EAB1F2B40}" srcOrd="2" destOrd="0" presId="urn:microsoft.com/office/officeart/2005/8/layout/vList2"/>
    <dgm:cxn modelId="{88872369-49BD-4E63-A116-623162B1A0D6}" type="presParOf" srcId="{06EE63EB-14E0-402C-874C-450512A17DF5}" destId="{39D4D92C-2ACA-46ED-8863-7EF68C07420D}" srcOrd="3" destOrd="0" presId="urn:microsoft.com/office/officeart/2005/8/layout/vList2"/>
    <dgm:cxn modelId="{61A3AC38-7FC5-4B45-8CC9-873EC7CCD6CC}" type="presParOf" srcId="{06EE63EB-14E0-402C-874C-450512A17DF5}" destId="{2ADE79AD-8A73-496D-B191-D51056784136}" srcOrd="4" destOrd="0" presId="urn:microsoft.com/office/officeart/2005/8/layout/vList2"/>
    <dgm:cxn modelId="{A61519CF-63D3-4ADE-84D3-C25290DF37ED}" type="presParOf" srcId="{06EE63EB-14E0-402C-874C-450512A17DF5}" destId="{C2E052B7-07DC-4EBC-8023-8B5A4DDEEC7E}" srcOrd="5" destOrd="0" presId="urn:microsoft.com/office/officeart/2005/8/layout/vList2"/>
    <dgm:cxn modelId="{894F39CB-2D5B-4EA6-9570-DBA2CC49950D}" type="presParOf" srcId="{06EE63EB-14E0-402C-874C-450512A17DF5}" destId="{4C77C7CE-0180-48C4-AE16-123E85D0F4B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E1BC0E8-70C0-42C4-A192-5454739C9ABD}" type="doc">
      <dgm:prSet loTypeId="urn:microsoft.com/office/officeart/2005/8/layout/chevron1" loCatId="process" qsTypeId="urn:microsoft.com/office/officeart/2005/8/quickstyle/simple1" qsCatId="simple" csTypeId="urn:microsoft.com/office/officeart/2005/8/colors/colorful1" csCatId="colorful"/>
      <dgm:spPr/>
      <dgm:t>
        <a:bodyPr/>
        <a:lstStyle/>
        <a:p>
          <a:endParaRPr lang="en-US"/>
        </a:p>
      </dgm:t>
    </dgm:pt>
    <dgm:pt modelId="{5D757145-3A9A-4ED2-86B2-7D4B14ACCF95}">
      <dgm:prSet/>
      <dgm:spPr/>
      <dgm:t>
        <a:bodyPr/>
        <a:lstStyle/>
        <a:p>
          <a:r>
            <a:rPr lang="en-US"/>
            <a:t>Specific type of Aluminum</a:t>
          </a:r>
        </a:p>
      </dgm:t>
    </dgm:pt>
    <dgm:pt modelId="{0528B24C-334F-4D5B-82B0-5DD6B3E27E0F}" type="parTrans" cxnId="{E478A6DD-D3C3-47F9-AD4B-C6F28F2552BB}">
      <dgm:prSet/>
      <dgm:spPr/>
      <dgm:t>
        <a:bodyPr/>
        <a:lstStyle/>
        <a:p>
          <a:endParaRPr lang="en-US"/>
        </a:p>
      </dgm:t>
    </dgm:pt>
    <dgm:pt modelId="{CD4D3440-A52C-4C9F-BD67-A8B040C42E1F}" type="sibTrans" cxnId="{E478A6DD-D3C3-47F9-AD4B-C6F28F2552BB}">
      <dgm:prSet/>
      <dgm:spPr/>
      <dgm:t>
        <a:bodyPr/>
        <a:lstStyle/>
        <a:p>
          <a:endParaRPr lang="en-US"/>
        </a:p>
      </dgm:t>
    </dgm:pt>
    <dgm:pt modelId="{6F3DB382-C877-41C5-9AC7-5D737F5D0B15}">
      <dgm:prSet/>
      <dgm:spPr/>
      <dgm:t>
        <a:bodyPr/>
        <a:lstStyle/>
        <a:p>
          <a:r>
            <a:rPr lang="en-US"/>
            <a:t>Wall thickness of the 2-1/2” aluminum pipe</a:t>
          </a:r>
        </a:p>
      </dgm:t>
    </dgm:pt>
    <dgm:pt modelId="{F2130151-C0C9-4C81-9CBD-3113DA2D1EB2}" type="parTrans" cxnId="{A0F2053F-4AFE-43CA-B7E8-11C71A43F3A3}">
      <dgm:prSet/>
      <dgm:spPr/>
      <dgm:t>
        <a:bodyPr/>
        <a:lstStyle/>
        <a:p>
          <a:endParaRPr lang="en-US"/>
        </a:p>
      </dgm:t>
    </dgm:pt>
    <dgm:pt modelId="{3A39A417-4202-452E-BF91-317B53D04F9A}" type="sibTrans" cxnId="{A0F2053F-4AFE-43CA-B7E8-11C71A43F3A3}">
      <dgm:prSet/>
      <dgm:spPr/>
      <dgm:t>
        <a:bodyPr/>
        <a:lstStyle/>
        <a:p>
          <a:endParaRPr lang="en-US"/>
        </a:p>
      </dgm:t>
    </dgm:pt>
    <dgm:pt modelId="{5E09B918-366B-4F4F-BB28-7EEA42282720}" type="pres">
      <dgm:prSet presAssocID="{AE1BC0E8-70C0-42C4-A192-5454739C9ABD}" presName="Name0" presStyleCnt="0">
        <dgm:presLayoutVars>
          <dgm:dir/>
          <dgm:animLvl val="lvl"/>
          <dgm:resizeHandles val="exact"/>
        </dgm:presLayoutVars>
      </dgm:prSet>
      <dgm:spPr/>
    </dgm:pt>
    <dgm:pt modelId="{035825EF-A2B6-4418-84A4-EC39BE201AF5}" type="pres">
      <dgm:prSet presAssocID="{5D757145-3A9A-4ED2-86B2-7D4B14ACCF95}" presName="parTxOnly" presStyleLbl="node1" presStyleIdx="0" presStyleCnt="2">
        <dgm:presLayoutVars>
          <dgm:chMax val="0"/>
          <dgm:chPref val="0"/>
          <dgm:bulletEnabled val="1"/>
        </dgm:presLayoutVars>
      </dgm:prSet>
      <dgm:spPr/>
    </dgm:pt>
    <dgm:pt modelId="{A11B23B3-E3FB-43C8-877B-9117EBFF0E93}" type="pres">
      <dgm:prSet presAssocID="{CD4D3440-A52C-4C9F-BD67-A8B040C42E1F}" presName="parTxOnlySpace" presStyleCnt="0"/>
      <dgm:spPr/>
    </dgm:pt>
    <dgm:pt modelId="{466AC5D7-A7C3-41E3-808A-41783C4BD82D}" type="pres">
      <dgm:prSet presAssocID="{6F3DB382-C877-41C5-9AC7-5D737F5D0B15}" presName="parTxOnly" presStyleLbl="node1" presStyleIdx="1" presStyleCnt="2">
        <dgm:presLayoutVars>
          <dgm:chMax val="0"/>
          <dgm:chPref val="0"/>
          <dgm:bulletEnabled val="1"/>
        </dgm:presLayoutVars>
      </dgm:prSet>
      <dgm:spPr/>
    </dgm:pt>
  </dgm:ptLst>
  <dgm:cxnLst>
    <dgm:cxn modelId="{67679B0B-7024-4C4C-9693-D63AC9CFD623}" type="presOf" srcId="{5D757145-3A9A-4ED2-86B2-7D4B14ACCF95}" destId="{035825EF-A2B6-4418-84A4-EC39BE201AF5}" srcOrd="0" destOrd="0" presId="urn:microsoft.com/office/officeart/2005/8/layout/chevron1"/>
    <dgm:cxn modelId="{EEE58926-1995-411D-AD6D-B382009EAAAD}" type="presOf" srcId="{6F3DB382-C877-41C5-9AC7-5D737F5D0B15}" destId="{466AC5D7-A7C3-41E3-808A-41783C4BD82D}" srcOrd="0" destOrd="0" presId="urn:microsoft.com/office/officeart/2005/8/layout/chevron1"/>
    <dgm:cxn modelId="{C1D91233-4DB0-4DA0-A7E5-8B7AD672DCD6}" type="presOf" srcId="{AE1BC0E8-70C0-42C4-A192-5454739C9ABD}" destId="{5E09B918-366B-4F4F-BB28-7EEA42282720}" srcOrd="0" destOrd="0" presId="urn:microsoft.com/office/officeart/2005/8/layout/chevron1"/>
    <dgm:cxn modelId="{A0F2053F-4AFE-43CA-B7E8-11C71A43F3A3}" srcId="{AE1BC0E8-70C0-42C4-A192-5454739C9ABD}" destId="{6F3DB382-C877-41C5-9AC7-5D737F5D0B15}" srcOrd="1" destOrd="0" parTransId="{F2130151-C0C9-4C81-9CBD-3113DA2D1EB2}" sibTransId="{3A39A417-4202-452E-BF91-317B53D04F9A}"/>
    <dgm:cxn modelId="{E478A6DD-D3C3-47F9-AD4B-C6F28F2552BB}" srcId="{AE1BC0E8-70C0-42C4-A192-5454739C9ABD}" destId="{5D757145-3A9A-4ED2-86B2-7D4B14ACCF95}" srcOrd="0" destOrd="0" parTransId="{0528B24C-334F-4D5B-82B0-5DD6B3E27E0F}" sibTransId="{CD4D3440-A52C-4C9F-BD67-A8B040C42E1F}"/>
    <dgm:cxn modelId="{831A982A-8482-4A15-A48C-6C1F15AA16D7}" type="presParOf" srcId="{5E09B918-366B-4F4F-BB28-7EEA42282720}" destId="{035825EF-A2B6-4418-84A4-EC39BE201AF5}" srcOrd="0" destOrd="0" presId="urn:microsoft.com/office/officeart/2005/8/layout/chevron1"/>
    <dgm:cxn modelId="{1645F4EC-15F6-4FF5-8BA7-EB32C9F20C95}" type="presParOf" srcId="{5E09B918-366B-4F4F-BB28-7EEA42282720}" destId="{A11B23B3-E3FB-43C8-877B-9117EBFF0E93}" srcOrd="1" destOrd="0" presId="urn:microsoft.com/office/officeart/2005/8/layout/chevron1"/>
    <dgm:cxn modelId="{623027E6-54D8-4B1C-8352-D3C6F1A63446}" type="presParOf" srcId="{5E09B918-366B-4F4F-BB28-7EEA42282720}" destId="{466AC5D7-A7C3-41E3-808A-41783C4BD82D}" srcOrd="2"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B188973-96DC-4C1A-B925-B97D14D49C5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2A2F3CC-351F-4A93-BC3C-47B52788B4A3}">
      <dgm:prSet/>
      <dgm:spPr/>
      <dgm:t>
        <a:bodyPr/>
        <a:lstStyle/>
        <a:p>
          <a:pPr>
            <a:lnSpc>
              <a:spcPct val="100000"/>
            </a:lnSpc>
          </a:pPr>
          <a:r>
            <a:rPr lang="en-US"/>
            <a:t>The Florida Department of Transportation (FDOT) also provides guidance (A LOT of GUIDANCE!!!) on the construction of roadway signage.</a:t>
          </a:r>
          <a:br>
            <a:rPr lang="en-US"/>
          </a:br>
          <a:br>
            <a:rPr lang="en-US"/>
          </a:br>
          <a:r>
            <a:rPr lang="en-US">
              <a:hlinkClick xmlns:r="http://schemas.openxmlformats.org/officeDocument/2006/relationships" r:id="rId1"/>
            </a:rPr>
            <a:t>https://fdotwww.blob.core.windows.net/sitefinity/docs/default-source/design/standardplans/2027/idx/700-010.pdf?sfvrsn=f2bf6d_2</a:t>
          </a:r>
          <a:br>
            <a:rPr lang="en-US"/>
          </a:br>
          <a:endParaRPr lang="en-US"/>
        </a:p>
      </dgm:t>
    </dgm:pt>
    <dgm:pt modelId="{890F5F2B-4E98-4433-9E12-7B16917F87BE}" type="parTrans" cxnId="{650E724C-794E-4F65-90ED-EBC504DCDA33}">
      <dgm:prSet/>
      <dgm:spPr/>
      <dgm:t>
        <a:bodyPr/>
        <a:lstStyle/>
        <a:p>
          <a:endParaRPr lang="en-US"/>
        </a:p>
      </dgm:t>
    </dgm:pt>
    <dgm:pt modelId="{6F98228C-7F40-4E79-8573-71655F2F2EEC}" type="sibTrans" cxnId="{650E724C-794E-4F65-90ED-EBC504DCDA33}">
      <dgm:prSet/>
      <dgm:spPr/>
      <dgm:t>
        <a:bodyPr/>
        <a:lstStyle/>
        <a:p>
          <a:endParaRPr lang="en-US"/>
        </a:p>
      </dgm:t>
    </dgm:pt>
    <dgm:pt modelId="{935BD72B-1F78-404F-A380-56F43892815D}">
      <dgm:prSet/>
      <dgm:spPr/>
      <dgm:t>
        <a:bodyPr/>
        <a:lstStyle/>
        <a:p>
          <a:pPr>
            <a:lnSpc>
              <a:spcPct val="100000"/>
            </a:lnSpc>
          </a:pPr>
          <a:br>
            <a:rPr lang="en-US"/>
          </a:br>
          <a:br>
            <a:rPr lang="en-US"/>
          </a:br>
          <a:br>
            <a:rPr lang="en-US"/>
          </a:br>
          <a:br>
            <a:rPr lang="en-US"/>
          </a:br>
          <a:r>
            <a:rPr lang="en-US"/>
            <a:t>The critical note:</a:t>
          </a:r>
          <a:br>
            <a:rPr lang="en-US"/>
          </a:br>
          <a:br>
            <a:rPr lang="en-US"/>
          </a:br>
          <a:br>
            <a:rPr lang="en-US"/>
          </a:br>
          <a:br>
            <a:rPr lang="en-US"/>
          </a:br>
          <a:br>
            <a:rPr lang="en-US"/>
          </a:br>
          <a:br>
            <a:rPr lang="en-US"/>
          </a:br>
          <a:endParaRPr lang="en-US"/>
        </a:p>
      </dgm:t>
    </dgm:pt>
    <dgm:pt modelId="{014E13E5-A27D-4DD0-A35A-BF0F644CC745}" type="parTrans" cxnId="{05FD512D-EFC2-4C4F-8D63-7857BEA43D7D}">
      <dgm:prSet/>
      <dgm:spPr/>
      <dgm:t>
        <a:bodyPr/>
        <a:lstStyle/>
        <a:p>
          <a:endParaRPr lang="en-US"/>
        </a:p>
      </dgm:t>
    </dgm:pt>
    <dgm:pt modelId="{7FBE4633-34E3-4C53-A068-29B44CA44E7F}" type="sibTrans" cxnId="{05FD512D-EFC2-4C4F-8D63-7857BEA43D7D}">
      <dgm:prSet/>
      <dgm:spPr/>
      <dgm:t>
        <a:bodyPr/>
        <a:lstStyle/>
        <a:p>
          <a:endParaRPr lang="en-US"/>
        </a:p>
      </dgm:t>
    </dgm:pt>
    <dgm:pt modelId="{4FB4C222-B804-4A2B-8B7A-10CD2E5F9EC7}">
      <dgm:prSet/>
      <dgm:spPr/>
      <dgm:t>
        <a:bodyPr/>
        <a:lstStyle/>
        <a:p>
          <a:pPr>
            <a:lnSpc>
              <a:spcPct val="100000"/>
            </a:lnSpc>
          </a:pPr>
          <a:r>
            <a:rPr lang="en-US"/>
            <a:t>So, we need to use ASTM B221, 6061-T6 alloy.  What is that?</a:t>
          </a:r>
          <a:br>
            <a:rPr lang="en-US"/>
          </a:br>
          <a:br>
            <a:rPr lang="en-US"/>
          </a:br>
          <a:r>
            <a:rPr lang="en-US"/>
            <a:t>See the following: </a:t>
          </a:r>
          <a:br>
            <a:rPr lang="en-US"/>
          </a:br>
          <a:r>
            <a:rPr lang="en-US">
              <a:hlinkClick xmlns:r="http://schemas.openxmlformats.org/officeDocument/2006/relationships" r:id="rId2"/>
            </a:rPr>
            <a:t>https://compass.astm.org/content-access?contentCode=ASTM%7CB0221-21%7Cen-US</a:t>
          </a:r>
          <a:endParaRPr lang="en-US"/>
        </a:p>
      </dgm:t>
    </dgm:pt>
    <dgm:pt modelId="{9748348D-E3EF-42DA-B081-D1ACED547C2A}" type="parTrans" cxnId="{51FB5647-BB50-4949-A30F-CFFDE16E1E34}">
      <dgm:prSet/>
      <dgm:spPr/>
      <dgm:t>
        <a:bodyPr/>
        <a:lstStyle/>
        <a:p>
          <a:endParaRPr lang="en-US"/>
        </a:p>
      </dgm:t>
    </dgm:pt>
    <dgm:pt modelId="{79FDD91F-0482-4D6B-A026-DAC0DC69BFDC}" type="sibTrans" cxnId="{51FB5647-BB50-4949-A30F-CFFDE16E1E34}">
      <dgm:prSet/>
      <dgm:spPr/>
      <dgm:t>
        <a:bodyPr/>
        <a:lstStyle/>
        <a:p>
          <a:endParaRPr lang="en-US"/>
        </a:p>
      </dgm:t>
    </dgm:pt>
    <dgm:pt modelId="{104CCD25-A350-411F-A595-BDCCDFEC8A26}" type="pres">
      <dgm:prSet presAssocID="{CB188973-96DC-4C1A-B925-B97D14D49C54}" presName="root" presStyleCnt="0">
        <dgm:presLayoutVars>
          <dgm:dir/>
          <dgm:resizeHandles val="exact"/>
        </dgm:presLayoutVars>
      </dgm:prSet>
      <dgm:spPr/>
    </dgm:pt>
    <dgm:pt modelId="{B7ED7F6F-DB78-41BC-B65E-EA728CD4220E}" type="pres">
      <dgm:prSet presAssocID="{A2A2F3CC-351F-4A93-BC3C-47B52788B4A3}" presName="compNode" presStyleCnt="0"/>
      <dgm:spPr/>
    </dgm:pt>
    <dgm:pt modelId="{3B04A335-B8EE-4FA4-82B6-87E988DEF63B}" type="pres">
      <dgm:prSet presAssocID="{A2A2F3CC-351F-4A93-BC3C-47B52788B4A3}" presName="bgRect" presStyleLbl="bgShp" presStyleIdx="0" presStyleCnt="3"/>
      <dgm:spPr/>
    </dgm:pt>
    <dgm:pt modelId="{531A26CB-7A45-458D-BB7D-3314FDB4EA9A}" type="pres">
      <dgm:prSet presAssocID="{A2A2F3CC-351F-4A93-BC3C-47B52788B4A3}"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Tropical scene"/>
        </a:ext>
      </dgm:extLst>
    </dgm:pt>
    <dgm:pt modelId="{3B9A2462-F529-4213-AE06-AD07F6CDC23E}" type="pres">
      <dgm:prSet presAssocID="{A2A2F3CC-351F-4A93-BC3C-47B52788B4A3}" presName="spaceRect" presStyleCnt="0"/>
      <dgm:spPr/>
    </dgm:pt>
    <dgm:pt modelId="{8B289B30-10BF-407E-BF83-69EC3B92EFFB}" type="pres">
      <dgm:prSet presAssocID="{A2A2F3CC-351F-4A93-BC3C-47B52788B4A3}" presName="parTx" presStyleLbl="revTx" presStyleIdx="0" presStyleCnt="3">
        <dgm:presLayoutVars>
          <dgm:chMax val="0"/>
          <dgm:chPref val="0"/>
        </dgm:presLayoutVars>
      </dgm:prSet>
      <dgm:spPr/>
    </dgm:pt>
    <dgm:pt modelId="{A83BD9EE-EA66-415D-8E4C-8B7FCC7C1698}" type="pres">
      <dgm:prSet presAssocID="{6F98228C-7F40-4E79-8573-71655F2F2EEC}" presName="sibTrans" presStyleCnt="0"/>
      <dgm:spPr/>
    </dgm:pt>
    <dgm:pt modelId="{F1B3708B-6320-457F-861F-6D05D393112D}" type="pres">
      <dgm:prSet presAssocID="{935BD72B-1F78-404F-A380-56F43892815D}" presName="compNode" presStyleCnt="0"/>
      <dgm:spPr/>
    </dgm:pt>
    <dgm:pt modelId="{65B48E0F-73E3-4094-8B00-9A360FD8FFD7}" type="pres">
      <dgm:prSet presAssocID="{935BD72B-1F78-404F-A380-56F43892815D}" presName="bgRect" presStyleLbl="bgShp" presStyleIdx="1" presStyleCnt="3"/>
      <dgm:spPr/>
    </dgm:pt>
    <dgm:pt modelId="{EAAC14B5-BFDB-4896-B616-A3E05BBB726A}" type="pres">
      <dgm:prSet presAssocID="{935BD72B-1F78-404F-A380-56F43892815D}"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usic Note"/>
        </a:ext>
      </dgm:extLst>
    </dgm:pt>
    <dgm:pt modelId="{0A7155F6-9263-414D-BEB6-57FA6B8EDDB1}" type="pres">
      <dgm:prSet presAssocID="{935BD72B-1F78-404F-A380-56F43892815D}" presName="spaceRect" presStyleCnt="0"/>
      <dgm:spPr/>
    </dgm:pt>
    <dgm:pt modelId="{4C0A0215-6C40-4707-841A-8C7A56F4913E}" type="pres">
      <dgm:prSet presAssocID="{935BD72B-1F78-404F-A380-56F43892815D}" presName="parTx" presStyleLbl="revTx" presStyleIdx="1" presStyleCnt="3">
        <dgm:presLayoutVars>
          <dgm:chMax val="0"/>
          <dgm:chPref val="0"/>
        </dgm:presLayoutVars>
      </dgm:prSet>
      <dgm:spPr/>
    </dgm:pt>
    <dgm:pt modelId="{5B28712B-9E19-4878-BABF-0AFA8D0B96BD}" type="pres">
      <dgm:prSet presAssocID="{7FBE4633-34E3-4C53-A068-29B44CA44E7F}" presName="sibTrans" presStyleCnt="0"/>
      <dgm:spPr/>
    </dgm:pt>
    <dgm:pt modelId="{9162826D-1118-44C2-91CB-C2F36A199E55}" type="pres">
      <dgm:prSet presAssocID="{4FB4C222-B804-4A2B-8B7A-10CD2E5F9EC7}" presName="compNode" presStyleCnt="0"/>
      <dgm:spPr/>
    </dgm:pt>
    <dgm:pt modelId="{35BADE78-6CDD-44F7-9C49-30581BB2094E}" type="pres">
      <dgm:prSet presAssocID="{4FB4C222-B804-4A2B-8B7A-10CD2E5F9EC7}" presName="bgRect" presStyleLbl="bgShp" presStyleIdx="2" presStyleCnt="3"/>
      <dgm:spPr/>
    </dgm:pt>
    <dgm:pt modelId="{5EE8F890-2592-43E0-9E2C-AB148279D84E}" type="pres">
      <dgm:prSet presAssocID="{4FB4C222-B804-4A2B-8B7A-10CD2E5F9EC7}"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Circles with Lines"/>
        </a:ext>
      </dgm:extLst>
    </dgm:pt>
    <dgm:pt modelId="{9BBE3D83-02D4-4938-9958-80E24F53856B}" type="pres">
      <dgm:prSet presAssocID="{4FB4C222-B804-4A2B-8B7A-10CD2E5F9EC7}" presName="spaceRect" presStyleCnt="0"/>
      <dgm:spPr/>
    </dgm:pt>
    <dgm:pt modelId="{2AAFE85F-C405-4564-B0B6-1BFD5E95DC0B}" type="pres">
      <dgm:prSet presAssocID="{4FB4C222-B804-4A2B-8B7A-10CD2E5F9EC7}" presName="parTx" presStyleLbl="revTx" presStyleIdx="2" presStyleCnt="3">
        <dgm:presLayoutVars>
          <dgm:chMax val="0"/>
          <dgm:chPref val="0"/>
        </dgm:presLayoutVars>
      </dgm:prSet>
      <dgm:spPr/>
    </dgm:pt>
  </dgm:ptLst>
  <dgm:cxnLst>
    <dgm:cxn modelId="{56053F2D-28F0-4480-9627-4EDC23D73160}" type="presOf" srcId="{CB188973-96DC-4C1A-B925-B97D14D49C54}" destId="{104CCD25-A350-411F-A595-BDCCDFEC8A26}" srcOrd="0" destOrd="0" presId="urn:microsoft.com/office/officeart/2018/2/layout/IconVerticalSolidList"/>
    <dgm:cxn modelId="{05FD512D-EFC2-4C4F-8D63-7857BEA43D7D}" srcId="{CB188973-96DC-4C1A-B925-B97D14D49C54}" destId="{935BD72B-1F78-404F-A380-56F43892815D}" srcOrd="1" destOrd="0" parTransId="{014E13E5-A27D-4DD0-A35A-BF0F644CC745}" sibTransId="{7FBE4633-34E3-4C53-A068-29B44CA44E7F}"/>
    <dgm:cxn modelId="{51FB5647-BB50-4949-A30F-CFFDE16E1E34}" srcId="{CB188973-96DC-4C1A-B925-B97D14D49C54}" destId="{4FB4C222-B804-4A2B-8B7A-10CD2E5F9EC7}" srcOrd="2" destOrd="0" parTransId="{9748348D-E3EF-42DA-B081-D1ACED547C2A}" sibTransId="{79FDD91F-0482-4D6B-A026-DAC0DC69BFDC}"/>
    <dgm:cxn modelId="{650E724C-794E-4F65-90ED-EBC504DCDA33}" srcId="{CB188973-96DC-4C1A-B925-B97D14D49C54}" destId="{A2A2F3CC-351F-4A93-BC3C-47B52788B4A3}" srcOrd="0" destOrd="0" parTransId="{890F5F2B-4E98-4433-9E12-7B16917F87BE}" sibTransId="{6F98228C-7F40-4E79-8573-71655F2F2EEC}"/>
    <dgm:cxn modelId="{F9FB5E7E-4778-4E91-925C-3316B67F3235}" type="presOf" srcId="{935BD72B-1F78-404F-A380-56F43892815D}" destId="{4C0A0215-6C40-4707-841A-8C7A56F4913E}" srcOrd="0" destOrd="0" presId="urn:microsoft.com/office/officeart/2018/2/layout/IconVerticalSolidList"/>
    <dgm:cxn modelId="{07F1DCA0-1148-4880-9A7B-6703E0EDFAC2}" type="presOf" srcId="{4FB4C222-B804-4A2B-8B7A-10CD2E5F9EC7}" destId="{2AAFE85F-C405-4564-B0B6-1BFD5E95DC0B}" srcOrd="0" destOrd="0" presId="urn:microsoft.com/office/officeart/2018/2/layout/IconVerticalSolidList"/>
    <dgm:cxn modelId="{2008E1ED-72CE-4019-918F-1FF1C8FA983C}" type="presOf" srcId="{A2A2F3CC-351F-4A93-BC3C-47B52788B4A3}" destId="{8B289B30-10BF-407E-BF83-69EC3B92EFFB}" srcOrd="0" destOrd="0" presId="urn:microsoft.com/office/officeart/2018/2/layout/IconVerticalSolidList"/>
    <dgm:cxn modelId="{409E737C-844A-41F4-82A7-5B65A51E7555}" type="presParOf" srcId="{104CCD25-A350-411F-A595-BDCCDFEC8A26}" destId="{B7ED7F6F-DB78-41BC-B65E-EA728CD4220E}" srcOrd="0" destOrd="0" presId="urn:microsoft.com/office/officeart/2018/2/layout/IconVerticalSolidList"/>
    <dgm:cxn modelId="{48899D6A-928A-4F3F-A366-98FA7A834131}" type="presParOf" srcId="{B7ED7F6F-DB78-41BC-B65E-EA728CD4220E}" destId="{3B04A335-B8EE-4FA4-82B6-87E988DEF63B}" srcOrd="0" destOrd="0" presId="urn:microsoft.com/office/officeart/2018/2/layout/IconVerticalSolidList"/>
    <dgm:cxn modelId="{5D010914-CCE2-42B2-B225-B959939C7586}" type="presParOf" srcId="{B7ED7F6F-DB78-41BC-B65E-EA728CD4220E}" destId="{531A26CB-7A45-458D-BB7D-3314FDB4EA9A}" srcOrd="1" destOrd="0" presId="urn:microsoft.com/office/officeart/2018/2/layout/IconVerticalSolidList"/>
    <dgm:cxn modelId="{CB2B2D87-4BE2-43F3-AD22-0B39043A7660}" type="presParOf" srcId="{B7ED7F6F-DB78-41BC-B65E-EA728CD4220E}" destId="{3B9A2462-F529-4213-AE06-AD07F6CDC23E}" srcOrd="2" destOrd="0" presId="urn:microsoft.com/office/officeart/2018/2/layout/IconVerticalSolidList"/>
    <dgm:cxn modelId="{ACCD5D9F-2838-4545-B8FD-78202265E94B}" type="presParOf" srcId="{B7ED7F6F-DB78-41BC-B65E-EA728CD4220E}" destId="{8B289B30-10BF-407E-BF83-69EC3B92EFFB}" srcOrd="3" destOrd="0" presId="urn:microsoft.com/office/officeart/2018/2/layout/IconVerticalSolidList"/>
    <dgm:cxn modelId="{E6EBC643-013E-4331-9670-AB21791308AA}" type="presParOf" srcId="{104CCD25-A350-411F-A595-BDCCDFEC8A26}" destId="{A83BD9EE-EA66-415D-8E4C-8B7FCC7C1698}" srcOrd="1" destOrd="0" presId="urn:microsoft.com/office/officeart/2018/2/layout/IconVerticalSolidList"/>
    <dgm:cxn modelId="{0D3C3D8D-67D8-4622-90E9-C60ABAF900EC}" type="presParOf" srcId="{104CCD25-A350-411F-A595-BDCCDFEC8A26}" destId="{F1B3708B-6320-457F-861F-6D05D393112D}" srcOrd="2" destOrd="0" presId="urn:microsoft.com/office/officeart/2018/2/layout/IconVerticalSolidList"/>
    <dgm:cxn modelId="{1876BA73-CE62-42FC-A2AF-53A3A73FFA52}" type="presParOf" srcId="{F1B3708B-6320-457F-861F-6D05D393112D}" destId="{65B48E0F-73E3-4094-8B00-9A360FD8FFD7}" srcOrd="0" destOrd="0" presId="urn:microsoft.com/office/officeart/2018/2/layout/IconVerticalSolidList"/>
    <dgm:cxn modelId="{C697C800-6C42-4B2A-9830-A8DA6688988B}" type="presParOf" srcId="{F1B3708B-6320-457F-861F-6D05D393112D}" destId="{EAAC14B5-BFDB-4896-B616-A3E05BBB726A}" srcOrd="1" destOrd="0" presId="urn:microsoft.com/office/officeart/2018/2/layout/IconVerticalSolidList"/>
    <dgm:cxn modelId="{C74BBC22-9BE2-4390-8FD9-249A92F94625}" type="presParOf" srcId="{F1B3708B-6320-457F-861F-6D05D393112D}" destId="{0A7155F6-9263-414D-BEB6-57FA6B8EDDB1}" srcOrd="2" destOrd="0" presId="urn:microsoft.com/office/officeart/2018/2/layout/IconVerticalSolidList"/>
    <dgm:cxn modelId="{67283CDF-BD6C-41EA-A4DC-2C03DEE2F743}" type="presParOf" srcId="{F1B3708B-6320-457F-861F-6D05D393112D}" destId="{4C0A0215-6C40-4707-841A-8C7A56F4913E}" srcOrd="3" destOrd="0" presId="urn:microsoft.com/office/officeart/2018/2/layout/IconVerticalSolidList"/>
    <dgm:cxn modelId="{F7066268-689C-4BC8-B87F-33966D726FCD}" type="presParOf" srcId="{104CCD25-A350-411F-A595-BDCCDFEC8A26}" destId="{5B28712B-9E19-4878-BABF-0AFA8D0B96BD}" srcOrd="3" destOrd="0" presId="urn:microsoft.com/office/officeart/2018/2/layout/IconVerticalSolidList"/>
    <dgm:cxn modelId="{3A97536F-5B0C-4BE2-AFDD-96F611733857}" type="presParOf" srcId="{104CCD25-A350-411F-A595-BDCCDFEC8A26}" destId="{9162826D-1118-44C2-91CB-C2F36A199E55}" srcOrd="4" destOrd="0" presId="urn:microsoft.com/office/officeart/2018/2/layout/IconVerticalSolidList"/>
    <dgm:cxn modelId="{0CD9BF86-369F-4C17-A2C0-82D50415B8FC}" type="presParOf" srcId="{9162826D-1118-44C2-91CB-C2F36A199E55}" destId="{35BADE78-6CDD-44F7-9C49-30581BB2094E}" srcOrd="0" destOrd="0" presId="urn:microsoft.com/office/officeart/2018/2/layout/IconVerticalSolidList"/>
    <dgm:cxn modelId="{D0BEBB7A-77C7-4ACA-BF40-311A8A616F38}" type="presParOf" srcId="{9162826D-1118-44C2-91CB-C2F36A199E55}" destId="{5EE8F890-2592-43E0-9E2C-AB148279D84E}" srcOrd="1" destOrd="0" presId="urn:microsoft.com/office/officeart/2018/2/layout/IconVerticalSolidList"/>
    <dgm:cxn modelId="{496A67DF-721D-4749-A2D6-C5B3F8A46C95}" type="presParOf" srcId="{9162826D-1118-44C2-91CB-C2F36A199E55}" destId="{9BBE3D83-02D4-4938-9958-80E24F53856B}" srcOrd="2" destOrd="0" presId="urn:microsoft.com/office/officeart/2018/2/layout/IconVerticalSolidList"/>
    <dgm:cxn modelId="{23FD1C76-B52C-4923-80C7-D0E71CC49CE6}" type="presParOf" srcId="{9162826D-1118-44C2-91CB-C2F36A199E55}" destId="{2AAFE85F-C405-4564-B0B6-1BFD5E95DC0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187941C-E6EF-4C9F-B550-08AB572C8E37}"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CE7B4CE8-1BDE-4BB4-8992-C0541AD31ACE}">
      <dgm:prSet/>
      <dgm:spPr/>
      <dgm:t>
        <a:bodyPr/>
        <a:lstStyle/>
        <a:p>
          <a:r>
            <a:rPr lang="en-US"/>
            <a:t>Clear Problem Statement</a:t>
          </a:r>
        </a:p>
      </dgm:t>
    </dgm:pt>
    <dgm:pt modelId="{3AB2EDA4-E269-4687-B75C-93D0929FEF85}" type="parTrans" cxnId="{AFDF9F6A-D788-400E-8D99-B6A83157F8C6}">
      <dgm:prSet/>
      <dgm:spPr/>
      <dgm:t>
        <a:bodyPr/>
        <a:lstStyle/>
        <a:p>
          <a:endParaRPr lang="en-US"/>
        </a:p>
      </dgm:t>
    </dgm:pt>
    <dgm:pt modelId="{2E1B0694-BC23-4A36-A56A-FBFD1EE8720A}" type="sibTrans" cxnId="{AFDF9F6A-D788-400E-8D99-B6A83157F8C6}">
      <dgm:prSet/>
      <dgm:spPr/>
      <dgm:t>
        <a:bodyPr/>
        <a:lstStyle/>
        <a:p>
          <a:endParaRPr lang="en-US"/>
        </a:p>
      </dgm:t>
    </dgm:pt>
    <dgm:pt modelId="{4613F910-781E-4C77-AF63-C84A80636030}">
      <dgm:prSet/>
      <dgm:spPr/>
      <dgm:t>
        <a:bodyPr/>
        <a:lstStyle/>
        <a:p>
          <a:r>
            <a:rPr lang="en-US"/>
            <a:t>Three Drawings</a:t>
          </a:r>
        </a:p>
      </dgm:t>
    </dgm:pt>
    <dgm:pt modelId="{BFF9CD5B-D0ED-4B59-A805-1BA8A7B7FE47}" type="parTrans" cxnId="{F0929986-BD3A-48B6-9FFE-3AA221544753}">
      <dgm:prSet/>
      <dgm:spPr/>
      <dgm:t>
        <a:bodyPr/>
        <a:lstStyle/>
        <a:p>
          <a:endParaRPr lang="en-US"/>
        </a:p>
      </dgm:t>
    </dgm:pt>
    <dgm:pt modelId="{CB3E5AEF-7C6B-4867-9046-3C0F622A464F}" type="sibTrans" cxnId="{F0929986-BD3A-48B6-9FFE-3AA221544753}">
      <dgm:prSet/>
      <dgm:spPr/>
      <dgm:t>
        <a:bodyPr/>
        <a:lstStyle/>
        <a:p>
          <a:endParaRPr lang="en-US"/>
        </a:p>
      </dgm:t>
    </dgm:pt>
    <dgm:pt modelId="{87E8CA31-11DD-4182-AA12-4C4095196C3D}">
      <dgm:prSet custT="1"/>
      <dgm:spPr/>
      <dgm:t>
        <a:bodyPr/>
        <a:lstStyle/>
        <a:p>
          <a:r>
            <a:rPr lang="en-US" sz="800"/>
            <a:t>Conceptual Design (you already have this!)</a:t>
          </a:r>
        </a:p>
      </dgm:t>
    </dgm:pt>
    <dgm:pt modelId="{C73A1163-41B2-48F9-A2B8-083D0148297A}" type="parTrans" cxnId="{AB4C56C2-7226-4399-B586-E87B0F4F6B21}">
      <dgm:prSet/>
      <dgm:spPr/>
      <dgm:t>
        <a:bodyPr/>
        <a:lstStyle/>
        <a:p>
          <a:endParaRPr lang="en-US"/>
        </a:p>
      </dgm:t>
    </dgm:pt>
    <dgm:pt modelId="{4C73168F-DB97-49B2-B403-355EA4F57C8A}" type="sibTrans" cxnId="{AB4C56C2-7226-4399-B586-E87B0F4F6B21}">
      <dgm:prSet/>
      <dgm:spPr/>
      <dgm:t>
        <a:bodyPr/>
        <a:lstStyle/>
        <a:p>
          <a:endParaRPr lang="en-US"/>
        </a:p>
      </dgm:t>
    </dgm:pt>
    <dgm:pt modelId="{AA927B50-A2FB-4A7D-BD25-458C7A8F7ECD}">
      <dgm:prSet custT="1"/>
      <dgm:spPr/>
      <dgm:t>
        <a:bodyPr/>
        <a:lstStyle/>
        <a:p>
          <a:r>
            <a:rPr lang="en-US" sz="800"/>
            <a:t>What are you analyzing?</a:t>
          </a:r>
        </a:p>
      </dgm:t>
    </dgm:pt>
    <dgm:pt modelId="{6A282BBE-CE85-471E-B442-8C6483FD6AC6}" type="parTrans" cxnId="{CDCEFF62-C158-46A3-83F8-E260919AB21A}">
      <dgm:prSet/>
      <dgm:spPr/>
      <dgm:t>
        <a:bodyPr/>
        <a:lstStyle/>
        <a:p>
          <a:endParaRPr lang="en-US"/>
        </a:p>
      </dgm:t>
    </dgm:pt>
    <dgm:pt modelId="{0857FB2A-367D-449B-BC71-3BF87CBE30D3}" type="sibTrans" cxnId="{CDCEFF62-C158-46A3-83F8-E260919AB21A}">
      <dgm:prSet/>
      <dgm:spPr/>
      <dgm:t>
        <a:bodyPr/>
        <a:lstStyle/>
        <a:p>
          <a:endParaRPr lang="en-US"/>
        </a:p>
      </dgm:t>
    </dgm:pt>
    <dgm:pt modelId="{5AA93876-230F-474D-A22F-9D0CE01AA515}">
      <dgm:prSet custT="1"/>
      <dgm:spPr/>
      <dgm:t>
        <a:bodyPr/>
        <a:lstStyle/>
        <a:p>
          <a:r>
            <a:rPr lang="en-US" sz="800"/>
            <a:t>Simple Structural Model</a:t>
          </a:r>
        </a:p>
      </dgm:t>
    </dgm:pt>
    <dgm:pt modelId="{F24930F7-04CD-48D3-9516-D4DDA75A9CE2}" type="parTrans" cxnId="{2B8E12FB-073A-427E-9C52-C2729DD5AFB6}">
      <dgm:prSet/>
      <dgm:spPr/>
      <dgm:t>
        <a:bodyPr/>
        <a:lstStyle/>
        <a:p>
          <a:endParaRPr lang="en-US"/>
        </a:p>
      </dgm:t>
    </dgm:pt>
    <dgm:pt modelId="{3482F0F9-599C-4581-BC0A-FAC8C61A6C6D}" type="sibTrans" cxnId="{2B8E12FB-073A-427E-9C52-C2729DD5AFB6}">
      <dgm:prSet/>
      <dgm:spPr/>
      <dgm:t>
        <a:bodyPr/>
        <a:lstStyle/>
        <a:p>
          <a:endParaRPr lang="en-US"/>
        </a:p>
      </dgm:t>
    </dgm:pt>
    <dgm:pt modelId="{E6A67465-745F-4381-BE9E-F8C5503BCC95}">
      <dgm:prSet custT="1"/>
      <dgm:spPr/>
      <dgm:t>
        <a:bodyPr/>
        <a:lstStyle/>
        <a:p>
          <a:r>
            <a:rPr lang="en-US" sz="800"/>
            <a:t>Basic structural geometry</a:t>
          </a:r>
        </a:p>
      </dgm:t>
    </dgm:pt>
    <dgm:pt modelId="{CE16C347-5769-4E14-BBEB-F2C3407D64C0}" type="parTrans" cxnId="{1C54B5CD-BC75-46E2-B71B-811A01B38675}">
      <dgm:prSet/>
      <dgm:spPr/>
      <dgm:t>
        <a:bodyPr/>
        <a:lstStyle/>
        <a:p>
          <a:endParaRPr lang="en-US"/>
        </a:p>
      </dgm:t>
    </dgm:pt>
    <dgm:pt modelId="{D008C0BD-48E7-40D1-9A6A-FA52C7902C87}" type="sibTrans" cxnId="{1C54B5CD-BC75-46E2-B71B-811A01B38675}">
      <dgm:prSet/>
      <dgm:spPr/>
      <dgm:t>
        <a:bodyPr/>
        <a:lstStyle/>
        <a:p>
          <a:endParaRPr lang="en-US"/>
        </a:p>
      </dgm:t>
    </dgm:pt>
    <dgm:pt modelId="{0027D1EE-5A6F-4925-9FD4-CF6ABA0BD604}">
      <dgm:prSet custT="1"/>
      <dgm:spPr/>
      <dgm:t>
        <a:bodyPr/>
        <a:lstStyle/>
        <a:p>
          <a:r>
            <a:rPr lang="en-US" sz="800"/>
            <a:t>Free Body Diagram</a:t>
          </a:r>
        </a:p>
      </dgm:t>
    </dgm:pt>
    <dgm:pt modelId="{C8CFEF07-3056-4355-BE7B-6EA4015173B3}" type="parTrans" cxnId="{DACFB3F0-6736-4302-976B-67696EBB93E5}">
      <dgm:prSet/>
      <dgm:spPr/>
      <dgm:t>
        <a:bodyPr/>
        <a:lstStyle/>
        <a:p>
          <a:endParaRPr lang="en-US"/>
        </a:p>
      </dgm:t>
    </dgm:pt>
    <dgm:pt modelId="{AC92C8BD-C389-4C6E-ADCA-DE06BE97F0C0}" type="sibTrans" cxnId="{DACFB3F0-6736-4302-976B-67696EBB93E5}">
      <dgm:prSet/>
      <dgm:spPr/>
      <dgm:t>
        <a:bodyPr/>
        <a:lstStyle/>
        <a:p>
          <a:endParaRPr lang="en-US"/>
        </a:p>
      </dgm:t>
    </dgm:pt>
    <dgm:pt modelId="{87EC1DBF-1B67-445A-A7E8-9D061BF962D1}">
      <dgm:prSet custT="1"/>
      <dgm:spPr/>
      <dgm:t>
        <a:bodyPr/>
        <a:lstStyle/>
        <a:p>
          <a:r>
            <a:rPr lang="en-US" sz="800"/>
            <a:t>Clearly illustrate the unknown external reactions</a:t>
          </a:r>
        </a:p>
      </dgm:t>
    </dgm:pt>
    <dgm:pt modelId="{52AEEF03-86E8-47C3-88CC-6F269111EFC2}" type="parTrans" cxnId="{31AD33A5-C162-402C-AEE3-9F4DD38CB0D6}">
      <dgm:prSet/>
      <dgm:spPr/>
      <dgm:t>
        <a:bodyPr/>
        <a:lstStyle/>
        <a:p>
          <a:endParaRPr lang="en-US"/>
        </a:p>
      </dgm:t>
    </dgm:pt>
    <dgm:pt modelId="{71A233E7-DB32-4EAE-9E5D-1EC38289E0FA}" type="sibTrans" cxnId="{31AD33A5-C162-402C-AEE3-9F4DD38CB0D6}">
      <dgm:prSet/>
      <dgm:spPr/>
      <dgm:t>
        <a:bodyPr/>
        <a:lstStyle/>
        <a:p>
          <a:endParaRPr lang="en-US"/>
        </a:p>
      </dgm:t>
    </dgm:pt>
    <dgm:pt modelId="{252ABEC5-1F2F-498E-A23A-4520B86EE24C}">
      <dgm:prSet/>
      <dgm:spPr/>
      <dgm:t>
        <a:bodyPr/>
        <a:lstStyle/>
        <a:p>
          <a:r>
            <a:rPr lang="en-US"/>
            <a:t>Narrated Solution</a:t>
          </a:r>
        </a:p>
      </dgm:t>
    </dgm:pt>
    <dgm:pt modelId="{E3D7E42A-474F-41F4-96D7-3BAC4E8B4DA4}" type="parTrans" cxnId="{F4290354-9002-43C8-B32A-089D9488AFCE}">
      <dgm:prSet/>
      <dgm:spPr/>
      <dgm:t>
        <a:bodyPr/>
        <a:lstStyle/>
        <a:p>
          <a:endParaRPr lang="en-US"/>
        </a:p>
      </dgm:t>
    </dgm:pt>
    <dgm:pt modelId="{2459BA4D-6518-4808-85B9-B35BCA833746}" type="sibTrans" cxnId="{F4290354-9002-43C8-B32A-089D9488AFCE}">
      <dgm:prSet/>
      <dgm:spPr/>
      <dgm:t>
        <a:bodyPr/>
        <a:lstStyle/>
        <a:p>
          <a:endParaRPr lang="en-US"/>
        </a:p>
      </dgm:t>
    </dgm:pt>
    <dgm:pt modelId="{A69E5B48-5405-4399-B652-E305A1D83EEA}">
      <dgm:prSet custT="1"/>
      <dgm:spPr/>
      <dgm:t>
        <a:bodyPr/>
        <a:lstStyle/>
        <a:p>
          <a:r>
            <a:rPr lang="en-US" sz="1200"/>
            <a:t>What are you trying to determine?</a:t>
          </a:r>
        </a:p>
      </dgm:t>
    </dgm:pt>
    <dgm:pt modelId="{46EAD6E7-8A84-49B9-B7F7-780AC4ACC8DC}" type="parTrans" cxnId="{3FFCE9E5-09C0-448B-AC53-40917D215A53}">
      <dgm:prSet/>
      <dgm:spPr/>
      <dgm:t>
        <a:bodyPr/>
        <a:lstStyle/>
        <a:p>
          <a:endParaRPr lang="en-US"/>
        </a:p>
      </dgm:t>
    </dgm:pt>
    <dgm:pt modelId="{C4C36B7F-F2BD-455F-BF17-BA23E2FC832B}" type="sibTrans" cxnId="{3FFCE9E5-09C0-448B-AC53-40917D215A53}">
      <dgm:prSet/>
      <dgm:spPr/>
      <dgm:t>
        <a:bodyPr/>
        <a:lstStyle/>
        <a:p>
          <a:endParaRPr lang="en-US"/>
        </a:p>
      </dgm:t>
    </dgm:pt>
    <dgm:pt modelId="{8D482850-C036-4C85-A2E1-E4062BB1C0C5}">
      <dgm:prSet custT="1"/>
      <dgm:spPr/>
      <dgm:t>
        <a:bodyPr/>
        <a:lstStyle/>
        <a:p>
          <a:r>
            <a:rPr lang="en-US" sz="1200"/>
            <a:t>What are the constraints?</a:t>
          </a:r>
        </a:p>
      </dgm:t>
    </dgm:pt>
    <dgm:pt modelId="{14BF9CD0-423D-4ED5-8268-ED93CFF554F1}" type="parTrans" cxnId="{748C9B41-E199-4701-A583-D09163272698}">
      <dgm:prSet/>
      <dgm:spPr/>
      <dgm:t>
        <a:bodyPr/>
        <a:lstStyle/>
        <a:p>
          <a:endParaRPr lang="en-US"/>
        </a:p>
      </dgm:t>
    </dgm:pt>
    <dgm:pt modelId="{FC9B3612-3829-4430-BD6B-52FCCF4F5220}" type="sibTrans" cxnId="{748C9B41-E199-4701-A583-D09163272698}">
      <dgm:prSet/>
      <dgm:spPr/>
      <dgm:t>
        <a:bodyPr/>
        <a:lstStyle/>
        <a:p>
          <a:endParaRPr lang="en-US"/>
        </a:p>
      </dgm:t>
    </dgm:pt>
    <dgm:pt modelId="{13E18860-71F5-4D72-B2AC-752253E7F013}">
      <dgm:prSet custT="1"/>
      <dgm:spPr/>
      <dgm:t>
        <a:bodyPr/>
        <a:lstStyle/>
        <a:p>
          <a:r>
            <a:rPr lang="en-US" sz="1200"/>
            <a:t>What are the basic assumptions?</a:t>
          </a:r>
        </a:p>
      </dgm:t>
    </dgm:pt>
    <dgm:pt modelId="{A0F3ADD9-F33A-44F1-A89C-52C923109E31}" type="parTrans" cxnId="{AD882228-B89B-4028-892A-6777A6E97CB8}">
      <dgm:prSet/>
      <dgm:spPr/>
      <dgm:t>
        <a:bodyPr/>
        <a:lstStyle/>
        <a:p>
          <a:endParaRPr lang="en-US"/>
        </a:p>
      </dgm:t>
    </dgm:pt>
    <dgm:pt modelId="{14EC1A36-2D4D-4155-992B-D0C20BF617E2}" type="sibTrans" cxnId="{AD882228-B89B-4028-892A-6777A6E97CB8}">
      <dgm:prSet/>
      <dgm:spPr/>
      <dgm:t>
        <a:bodyPr/>
        <a:lstStyle/>
        <a:p>
          <a:endParaRPr lang="en-US"/>
        </a:p>
      </dgm:t>
    </dgm:pt>
    <dgm:pt modelId="{7C5B332C-54FE-4532-8C66-B9807C3EEF5A}">
      <dgm:prSet custT="1"/>
      <dgm:spPr/>
      <dgm:t>
        <a:bodyPr/>
        <a:lstStyle/>
        <a:p>
          <a:r>
            <a:rPr lang="en-US" sz="800"/>
            <a:t>What are the dimensions?</a:t>
          </a:r>
        </a:p>
      </dgm:t>
    </dgm:pt>
    <dgm:pt modelId="{56EDAF28-27B0-434D-BE32-E64E6036ACC6}" type="parTrans" cxnId="{00538491-7E7E-452A-8F0C-E069804B9AD1}">
      <dgm:prSet/>
      <dgm:spPr/>
      <dgm:t>
        <a:bodyPr/>
        <a:lstStyle/>
        <a:p>
          <a:endParaRPr lang="en-US"/>
        </a:p>
      </dgm:t>
    </dgm:pt>
    <dgm:pt modelId="{AB4990A1-506F-4D33-A16D-BF8906AF48D5}" type="sibTrans" cxnId="{00538491-7E7E-452A-8F0C-E069804B9AD1}">
      <dgm:prSet/>
      <dgm:spPr/>
      <dgm:t>
        <a:bodyPr/>
        <a:lstStyle/>
        <a:p>
          <a:endParaRPr lang="en-US"/>
        </a:p>
      </dgm:t>
    </dgm:pt>
    <dgm:pt modelId="{72F538F5-3034-4A5D-B963-E7ABA5C2F901}">
      <dgm:prSet custT="1"/>
      <dgm:spPr/>
      <dgm:t>
        <a:bodyPr/>
        <a:lstStyle/>
        <a:p>
          <a:r>
            <a:rPr lang="en-US" sz="800"/>
            <a:t>What are the loads?</a:t>
          </a:r>
        </a:p>
      </dgm:t>
    </dgm:pt>
    <dgm:pt modelId="{70ED03F3-FFD6-4616-BFCB-7BAE1C42B269}" type="parTrans" cxnId="{FE103163-BE39-488A-8AF0-7EF0B6AB7D1A}">
      <dgm:prSet/>
      <dgm:spPr/>
      <dgm:t>
        <a:bodyPr/>
        <a:lstStyle/>
        <a:p>
          <a:endParaRPr lang="en-US"/>
        </a:p>
      </dgm:t>
    </dgm:pt>
    <dgm:pt modelId="{6ED8E709-FF0B-468F-BBB8-4652CA46618D}" type="sibTrans" cxnId="{FE103163-BE39-488A-8AF0-7EF0B6AB7D1A}">
      <dgm:prSet/>
      <dgm:spPr/>
      <dgm:t>
        <a:bodyPr/>
        <a:lstStyle/>
        <a:p>
          <a:endParaRPr lang="en-US"/>
        </a:p>
      </dgm:t>
    </dgm:pt>
    <dgm:pt modelId="{4321427B-6465-4B66-A2F2-089E74CCFCAF}">
      <dgm:prSet custT="1"/>
      <dgm:spPr/>
      <dgm:t>
        <a:bodyPr/>
        <a:lstStyle/>
        <a:p>
          <a:r>
            <a:rPr lang="en-US" sz="800"/>
            <a:t>Loads</a:t>
          </a:r>
        </a:p>
      </dgm:t>
    </dgm:pt>
    <dgm:pt modelId="{AF21A1AD-EC00-47A8-ACFB-8A2BF0AC2F33}" type="parTrans" cxnId="{7B929246-1E41-46A8-9CAC-F56ABD8B352D}">
      <dgm:prSet/>
      <dgm:spPr/>
      <dgm:t>
        <a:bodyPr/>
        <a:lstStyle/>
        <a:p>
          <a:endParaRPr lang="en-US"/>
        </a:p>
      </dgm:t>
    </dgm:pt>
    <dgm:pt modelId="{2EBBA609-1601-4405-9C1D-68A1D55C24D8}" type="sibTrans" cxnId="{7B929246-1E41-46A8-9CAC-F56ABD8B352D}">
      <dgm:prSet/>
      <dgm:spPr/>
      <dgm:t>
        <a:bodyPr/>
        <a:lstStyle/>
        <a:p>
          <a:endParaRPr lang="en-US"/>
        </a:p>
      </dgm:t>
    </dgm:pt>
    <dgm:pt modelId="{AFA8B1AA-E84B-44F9-A636-A034BDC583C9}">
      <dgm:prSet custT="1"/>
      <dgm:spPr/>
      <dgm:t>
        <a:bodyPr/>
        <a:lstStyle/>
        <a:p>
          <a:r>
            <a:rPr lang="en-US" sz="800"/>
            <a:t>Support conditions</a:t>
          </a:r>
        </a:p>
      </dgm:t>
    </dgm:pt>
    <dgm:pt modelId="{D8D8A36E-4BC5-4E9D-823E-0FC673430BCA}" type="parTrans" cxnId="{59841C9B-A0C2-4578-99A3-2A51D704EC6B}">
      <dgm:prSet/>
      <dgm:spPr/>
      <dgm:t>
        <a:bodyPr/>
        <a:lstStyle/>
        <a:p>
          <a:endParaRPr lang="en-US"/>
        </a:p>
      </dgm:t>
    </dgm:pt>
    <dgm:pt modelId="{16F18305-DA04-4DF2-95BD-E60984790C34}" type="sibTrans" cxnId="{59841C9B-A0C2-4578-99A3-2A51D704EC6B}">
      <dgm:prSet/>
      <dgm:spPr/>
      <dgm:t>
        <a:bodyPr/>
        <a:lstStyle/>
        <a:p>
          <a:endParaRPr lang="en-US"/>
        </a:p>
      </dgm:t>
    </dgm:pt>
    <dgm:pt modelId="{704D1647-BDB5-4B7B-9FB2-E8458AADB1A4}">
      <dgm:prSet custT="1"/>
      <dgm:spPr/>
      <dgm:t>
        <a:bodyPr/>
        <a:lstStyle/>
        <a:p>
          <a:r>
            <a:rPr lang="en-US" sz="1200"/>
            <a:t>Equations of Equilibrium</a:t>
          </a:r>
        </a:p>
      </dgm:t>
    </dgm:pt>
    <dgm:pt modelId="{90844DD9-4407-4BEE-ACEA-5D9D319F8567}" type="parTrans" cxnId="{1BC50392-5456-45AA-9562-ACC44F516D52}">
      <dgm:prSet/>
      <dgm:spPr/>
      <dgm:t>
        <a:bodyPr/>
        <a:lstStyle/>
        <a:p>
          <a:endParaRPr lang="en-US"/>
        </a:p>
      </dgm:t>
    </dgm:pt>
    <dgm:pt modelId="{A6DB2E08-74C1-4F48-A18C-677EA5612797}" type="sibTrans" cxnId="{1BC50392-5456-45AA-9562-ACC44F516D52}">
      <dgm:prSet/>
      <dgm:spPr/>
      <dgm:t>
        <a:bodyPr/>
        <a:lstStyle/>
        <a:p>
          <a:endParaRPr lang="en-US"/>
        </a:p>
      </dgm:t>
    </dgm:pt>
    <dgm:pt modelId="{6353797E-7CCC-487B-9323-6E216CEB0FF8}">
      <dgm:prSet custT="1"/>
      <dgm:spPr/>
      <dgm:t>
        <a:bodyPr/>
        <a:lstStyle/>
        <a:p>
          <a:r>
            <a:rPr lang="en-US" sz="1200"/>
            <a:t>Governing stress equation(s)</a:t>
          </a:r>
        </a:p>
      </dgm:t>
    </dgm:pt>
    <dgm:pt modelId="{FB918130-33AC-4153-B066-A86C71094C19}" type="parTrans" cxnId="{915C8649-607E-4EFE-A1F8-EA9ADEA5A130}">
      <dgm:prSet/>
      <dgm:spPr/>
      <dgm:t>
        <a:bodyPr/>
        <a:lstStyle/>
        <a:p>
          <a:endParaRPr lang="en-US"/>
        </a:p>
      </dgm:t>
    </dgm:pt>
    <dgm:pt modelId="{6B4185A9-B82E-41D0-9D57-67F60F2EB272}" type="sibTrans" cxnId="{915C8649-607E-4EFE-A1F8-EA9ADEA5A130}">
      <dgm:prSet/>
      <dgm:spPr/>
      <dgm:t>
        <a:bodyPr/>
        <a:lstStyle/>
        <a:p>
          <a:endParaRPr lang="en-US"/>
        </a:p>
      </dgm:t>
    </dgm:pt>
    <dgm:pt modelId="{351A2E79-C1B4-4238-92CD-83729BC10F03}">
      <dgm:prSet custT="1"/>
      <dgm:spPr/>
      <dgm:t>
        <a:bodyPr/>
        <a:lstStyle/>
        <a:p>
          <a:r>
            <a:rPr lang="en-US" sz="1200"/>
            <a:t>Clearly identified results</a:t>
          </a:r>
        </a:p>
      </dgm:t>
    </dgm:pt>
    <dgm:pt modelId="{EF30BDEB-4DA3-476F-925E-1A057241F5DA}" type="parTrans" cxnId="{35148B42-C489-4134-A49F-81B8C888162E}">
      <dgm:prSet/>
      <dgm:spPr/>
      <dgm:t>
        <a:bodyPr/>
        <a:lstStyle/>
        <a:p>
          <a:endParaRPr lang="en-US"/>
        </a:p>
      </dgm:t>
    </dgm:pt>
    <dgm:pt modelId="{B3E1CFED-619A-4774-87EB-E1C24529D8A0}" type="sibTrans" cxnId="{35148B42-C489-4134-A49F-81B8C888162E}">
      <dgm:prSet/>
      <dgm:spPr/>
      <dgm:t>
        <a:bodyPr/>
        <a:lstStyle/>
        <a:p>
          <a:endParaRPr lang="en-US"/>
        </a:p>
      </dgm:t>
    </dgm:pt>
    <dgm:pt modelId="{699AF362-893F-4FD2-BB22-D39908E2DF7C}" type="pres">
      <dgm:prSet presAssocID="{B187941C-E6EF-4C9F-B550-08AB572C8E37}" presName="Name0" presStyleCnt="0">
        <dgm:presLayoutVars>
          <dgm:dir/>
          <dgm:animLvl val="lvl"/>
          <dgm:resizeHandles val="exact"/>
        </dgm:presLayoutVars>
      </dgm:prSet>
      <dgm:spPr/>
    </dgm:pt>
    <dgm:pt modelId="{CACFAC9F-8984-4C7C-B064-2A12F028C6C1}" type="pres">
      <dgm:prSet presAssocID="{252ABEC5-1F2F-498E-A23A-4520B86EE24C}" presName="boxAndChildren" presStyleCnt="0"/>
      <dgm:spPr/>
    </dgm:pt>
    <dgm:pt modelId="{D203D7B0-8D3B-4045-AE4C-817A36D79BA1}" type="pres">
      <dgm:prSet presAssocID="{252ABEC5-1F2F-498E-A23A-4520B86EE24C}" presName="parentTextBox" presStyleLbl="node1" presStyleIdx="0" presStyleCnt="3"/>
      <dgm:spPr/>
    </dgm:pt>
    <dgm:pt modelId="{59325C6D-001A-4E3D-9179-30153CF899BE}" type="pres">
      <dgm:prSet presAssocID="{252ABEC5-1F2F-498E-A23A-4520B86EE24C}" presName="entireBox" presStyleLbl="node1" presStyleIdx="0" presStyleCnt="3"/>
      <dgm:spPr/>
    </dgm:pt>
    <dgm:pt modelId="{2D9B1EFF-3423-4C40-866F-2B6A84B50FF5}" type="pres">
      <dgm:prSet presAssocID="{252ABEC5-1F2F-498E-A23A-4520B86EE24C}" presName="descendantBox" presStyleCnt="0"/>
      <dgm:spPr/>
    </dgm:pt>
    <dgm:pt modelId="{C9CE55C6-6989-4B41-9246-1F6A19CF34E0}" type="pres">
      <dgm:prSet presAssocID="{704D1647-BDB5-4B7B-9FB2-E8458AADB1A4}" presName="childTextBox" presStyleLbl="fgAccFollowNode1" presStyleIdx="0" presStyleCnt="9">
        <dgm:presLayoutVars>
          <dgm:bulletEnabled val="1"/>
        </dgm:presLayoutVars>
      </dgm:prSet>
      <dgm:spPr/>
    </dgm:pt>
    <dgm:pt modelId="{F64C3F44-020A-42E2-A80C-7264D8A5238E}" type="pres">
      <dgm:prSet presAssocID="{6353797E-7CCC-487B-9323-6E216CEB0FF8}" presName="childTextBox" presStyleLbl="fgAccFollowNode1" presStyleIdx="1" presStyleCnt="9">
        <dgm:presLayoutVars>
          <dgm:bulletEnabled val="1"/>
        </dgm:presLayoutVars>
      </dgm:prSet>
      <dgm:spPr/>
    </dgm:pt>
    <dgm:pt modelId="{EBB7B4B1-C17B-40A6-B3B8-6383797CA1BC}" type="pres">
      <dgm:prSet presAssocID="{351A2E79-C1B4-4238-92CD-83729BC10F03}" presName="childTextBox" presStyleLbl="fgAccFollowNode1" presStyleIdx="2" presStyleCnt="9">
        <dgm:presLayoutVars>
          <dgm:bulletEnabled val="1"/>
        </dgm:presLayoutVars>
      </dgm:prSet>
      <dgm:spPr/>
    </dgm:pt>
    <dgm:pt modelId="{5CC0F29E-80FD-4F57-8ADF-E8C46F13EA87}" type="pres">
      <dgm:prSet presAssocID="{CB3E5AEF-7C6B-4867-9046-3C0F622A464F}" presName="sp" presStyleCnt="0"/>
      <dgm:spPr/>
    </dgm:pt>
    <dgm:pt modelId="{3BE6C972-2755-4088-835F-704A34FCAE64}" type="pres">
      <dgm:prSet presAssocID="{4613F910-781E-4C77-AF63-C84A80636030}" presName="arrowAndChildren" presStyleCnt="0"/>
      <dgm:spPr/>
    </dgm:pt>
    <dgm:pt modelId="{2FCE42E1-5294-4926-A560-BDF73E411571}" type="pres">
      <dgm:prSet presAssocID="{4613F910-781E-4C77-AF63-C84A80636030}" presName="parentTextArrow" presStyleLbl="node1" presStyleIdx="0" presStyleCnt="3"/>
      <dgm:spPr/>
    </dgm:pt>
    <dgm:pt modelId="{F903E9CE-1EB4-4504-A3B4-153F7D7FF54F}" type="pres">
      <dgm:prSet presAssocID="{4613F910-781E-4C77-AF63-C84A80636030}" presName="arrow" presStyleLbl="node1" presStyleIdx="1" presStyleCnt="3"/>
      <dgm:spPr/>
    </dgm:pt>
    <dgm:pt modelId="{D3A0020B-7B73-4D5C-8D28-4488EAFA1423}" type="pres">
      <dgm:prSet presAssocID="{4613F910-781E-4C77-AF63-C84A80636030}" presName="descendantArrow" presStyleCnt="0"/>
      <dgm:spPr/>
    </dgm:pt>
    <dgm:pt modelId="{DF1B48B2-464D-4934-9A5C-0F622F99081A}" type="pres">
      <dgm:prSet presAssocID="{87E8CA31-11DD-4182-AA12-4C4095196C3D}" presName="childTextArrow" presStyleLbl="fgAccFollowNode1" presStyleIdx="3" presStyleCnt="9">
        <dgm:presLayoutVars>
          <dgm:bulletEnabled val="1"/>
        </dgm:presLayoutVars>
      </dgm:prSet>
      <dgm:spPr/>
    </dgm:pt>
    <dgm:pt modelId="{6B15064D-3F2F-42FD-86AD-A30DEE61352F}" type="pres">
      <dgm:prSet presAssocID="{5AA93876-230F-474D-A22F-9D0CE01AA515}" presName="childTextArrow" presStyleLbl="fgAccFollowNode1" presStyleIdx="4" presStyleCnt="9">
        <dgm:presLayoutVars>
          <dgm:bulletEnabled val="1"/>
        </dgm:presLayoutVars>
      </dgm:prSet>
      <dgm:spPr/>
    </dgm:pt>
    <dgm:pt modelId="{7EF55B0F-32DF-4683-96B2-8356F0D0C4EB}" type="pres">
      <dgm:prSet presAssocID="{0027D1EE-5A6F-4925-9FD4-CF6ABA0BD604}" presName="childTextArrow" presStyleLbl="fgAccFollowNode1" presStyleIdx="5" presStyleCnt="9">
        <dgm:presLayoutVars>
          <dgm:bulletEnabled val="1"/>
        </dgm:presLayoutVars>
      </dgm:prSet>
      <dgm:spPr/>
    </dgm:pt>
    <dgm:pt modelId="{B1ED5C11-4D76-44F4-8305-914070E30A55}" type="pres">
      <dgm:prSet presAssocID="{2E1B0694-BC23-4A36-A56A-FBFD1EE8720A}" presName="sp" presStyleCnt="0"/>
      <dgm:spPr/>
    </dgm:pt>
    <dgm:pt modelId="{32419C7A-8F7A-49AE-8BA7-30A61DC7765B}" type="pres">
      <dgm:prSet presAssocID="{CE7B4CE8-1BDE-4BB4-8992-C0541AD31ACE}" presName="arrowAndChildren" presStyleCnt="0"/>
      <dgm:spPr/>
    </dgm:pt>
    <dgm:pt modelId="{CE051F0D-44E9-4B38-ACA2-A390B61CB536}" type="pres">
      <dgm:prSet presAssocID="{CE7B4CE8-1BDE-4BB4-8992-C0541AD31ACE}" presName="parentTextArrow" presStyleLbl="node1" presStyleIdx="1" presStyleCnt="3"/>
      <dgm:spPr/>
    </dgm:pt>
    <dgm:pt modelId="{D9E3EA23-0BF3-412E-B07C-4F0540C6C6AF}" type="pres">
      <dgm:prSet presAssocID="{CE7B4CE8-1BDE-4BB4-8992-C0541AD31ACE}" presName="arrow" presStyleLbl="node1" presStyleIdx="2" presStyleCnt="3"/>
      <dgm:spPr/>
    </dgm:pt>
    <dgm:pt modelId="{DB2B733E-92C4-4387-9B3A-151F1E65F1BC}" type="pres">
      <dgm:prSet presAssocID="{CE7B4CE8-1BDE-4BB4-8992-C0541AD31ACE}" presName="descendantArrow" presStyleCnt="0"/>
      <dgm:spPr/>
    </dgm:pt>
    <dgm:pt modelId="{EEFE6DDB-ADDA-4C04-A680-58034C9F8C97}" type="pres">
      <dgm:prSet presAssocID="{A69E5B48-5405-4399-B652-E305A1D83EEA}" presName="childTextArrow" presStyleLbl="fgAccFollowNode1" presStyleIdx="6" presStyleCnt="9">
        <dgm:presLayoutVars>
          <dgm:bulletEnabled val="1"/>
        </dgm:presLayoutVars>
      </dgm:prSet>
      <dgm:spPr/>
    </dgm:pt>
    <dgm:pt modelId="{4DC7F75E-B005-44FF-BDE6-5E51F374A0D4}" type="pres">
      <dgm:prSet presAssocID="{8D482850-C036-4C85-A2E1-E4062BB1C0C5}" presName="childTextArrow" presStyleLbl="fgAccFollowNode1" presStyleIdx="7" presStyleCnt="9">
        <dgm:presLayoutVars>
          <dgm:bulletEnabled val="1"/>
        </dgm:presLayoutVars>
      </dgm:prSet>
      <dgm:spPr/>
    </dgm:pt>
    <dgm:pt modelId="{12D1B4E5-07BC-4395-BA07-00DD81594785}" type="pres">
      <dgm:prSet presAssocID="{13E18860-71F5-4D72-B2AC-752253E7F013}" presName="childTextArrow" presStyleLbl="fgAccFollowNode1" presStyleIdx="8" presStyleCnt="9">
        <dgm:presLayoutVars>
          <dgm:bulletEnabled val="1"/>
        </dgm:presLayoutVars>
      </dgm:prSet>
      <dgm:spPr/>
    </dgm:pt>
  </dgm:ptLst>
  <dgm:cxnLst>
    <dgm:cxn modelId="{38861A03-8549-4433-9927-B34F0647BDCB}" type="presOf" srcId="{72F538F5-3034-4A5D-B963-E7ABA5C2F901}" destId="{DF1B48B2-464D-4934-9A5C-0F622F99081A}" srcOrd="0" destOrd="3" presId="urn:microsoft.com/office/officeart/2005/8/layout/process4"/>
    <dgm:cxn modelId="{A4BF3C09-A7C1-4FE9-BC80-41CDA454D4D4}" type="presOf" srcId="{4613F910-781E-4C77-AF63-C84A80636030}" destId="{F903E9CE-1EB4-4504-A3B4-153F7D7FF54F}" srcOrd="1" destOrd="0" presId="urn:microsoft.com/office/officeart/2005/8/layout/process4"/>
    <dgm:cxn modelId="{96248D1A-F42B-404F-B611-FCE237C87DD7}" type="presOf" srcId="{6353797E-7CCC-487B-9323-6E216CEB0FF8}" destId="{F64C3F44-020A-42E2-A80C-7264D8A5238E}" srcOrd="0" destOrd="0" presId="urn:microsoft.com/office/officeart/2005/8/layout/process4"/>
    <dgm:cxn modelId="{7B5F3E23-48DF-4628-8779-504E54DBA34C}" type="presOf" srcId="{0027D1EE-5A6F-4925-9FD4-CF6ABA0BD604}" destId="{7EF55B0F-32DF-4683-96B2-8356F0D0C4EB}" srcOrd="0" destOrd="0" presId="urn:microsoft.com/office/officeart/2005/8/layout/process4"/>
    <dgm:cxn modelId="{E1275325-21BC-45C0-A17F-4EF0788C0390}" type="presOf" srcId="{E6A67465-745F-4381-BE9E-F8C5503BCC95}" destId="{6B15064D-3F2F-42FD-86AD-A30DEE61352F}" srcOrd="0" destOrd="1" presId="urn:microsoft.com/office/officeart/2005/8/layout/process4"/>
    <dgm:cxn modelId="{AD882228-B89B-4028-892A-6777A6E97CB8}" srcId="{CE7B4CE8-1BDE-4BB4-8992-C0541AD31ACE}" destId="{13E18860-71F5-4D72-B2AC-752253E7F013}" srcOrd="2" destOrd="0" parTransId="{A0F3ADD9-F33A-44F1-A89C-52C923109E31}" sibTransId="{14EC1A36-2D4D-4155-992B-D0C20BF617E2}"/>
    <dgm:cxn modelId="{417B6F33-5DF4-480D-954C-2208D1361341}" type="presOf" srcId="{AA927B50-A2FB-4A7D-BD25-458C7A8F7ECD}" destId="{DF1B48B2-464D-4934-9A5C-0F622F99081A}" srcOrd="0" destOrd="1" presId="urn:microsoft.com/office/officeart/2005/8/layout/process4"/>
    <dgm:cxn modelId="{748C9B41-E199-4701-A583-D09163272698}" srcId="{CE7B4CE8-1BDE-4BB4-8992-C0541AD31ACE}" destId="{8D482850-C036-4C85-A2E1-E4062BB1C0C5}" srcOrd="1" destOrd="0" parTransId="{14BF9CD0-423D-4ED5-8268-ED93CFF554F1}" sibTransId="{FC9B3612-3829-4430-BD6B-52FCCF4F5220}"/>
    <dgm:cxn modelId="{35148B42-C489-4134-A49F-81B8C888162E}" srcId="{252ABEC5-1F2F-498E-A23A-4520B86EE24C}" destId="{351A2E79-C1B4-4238-92CD-83729BC10F03}" srcOrd="2" destOrd="0" parTransId="{EF30BDEB-4DA3-476F-925E-1A057241F5DA}" sibTransId="{B3E1CFED-619A-4774-87EB-E1C24529D8A0}"/>
    <dgm:cxn modelId="{CDCEFF62-C158-46A3-83F8-E260919AB21A}" srcId="{87E8CA31-11DD-4182-AA12-4C4095196C3D}" destId="{AA927B50-A2FB-4A7D-BD25-458C7A8F7ECD}" srcOrd="0" destOrd="0" parTransId="{6A282BBE-CE85-471E-B442-8C6483FD6AC6}" sibTransId="{0857FB2A-367D-449B-BC71-3BF87CBE30D3}"/>
    <dgm:cxn modelId="{FE103163-BE39-488A-8AF0-7EF0B6AB7D1A}" srcId="{87E8CA31-11DD-4182-AA12-4C4095196C3D}" destId="{72F538F5-3034-4A5D-B963-E7ABA5C2F901}" srcOrd="2" destOrd="0" parTransId="{70ED03F3-FFD6-4616-BFCB-7BAE1C42B269}" sibTransId="{6ED8E709-FF0B-468F-BBB8-4652CA46618D}"/>
    <dgm:cxn modelId="{7B929246-1E41-46A8-9CAC-F56ABD8B352D}" srcId="{5AA93876-230F-474D-A22F-9D0CE01AA515}" destId="{4321427B-6465-4B66-A2F2-089E74CCFCAF}" srcOrd="1" destOrd="0" parTransId="{AF21A1AD-EC00-47A8-ACFB-8A2BF0AC2F33}" sibTransId="{2EBBA609-1601-4405-9C1D-68A1D55C24D8}"/>
    <dgm:cxn modelId="{915C8649-607E-4EFE-A1F8-EA9ADEA5A130}" srcId="{252ABEC5-1F2F-498E-A23A-4520B86EE24C}" destId="{6353797E-7CCC-487B-9323-6E216CEB0FF8}" srcOrd="1" destOrd="0" parTransId="{FB918130-33AC-4153-B066-A86C71094C19}" sibTransId="{6B4185A9-B82E-41D0-9D57-67F60F2EB272}"/>
    <dgm:cxn modelId="{06B18C49-D394-42FA-9A62-8E8077AA44FE}" type="presOf" srcId="{252ABEC5-1F2F-498E-A23A-4520B86EE24C}" destId="{59325C6D-001A-4E3D-9179-30153CF899BE}" srcOrd="1" destOrd="0" presId="urn:microsoft.com/office/officeart/2005/8/layout/process4"/>
    <dgm:cxn modelId="{89074B4A-9A93-4568-BE47-651B21215C76}" type="presOf" srcId="{13E18860-71F5-4D72-B2AC-752253E7F013}" destId="{12D1B4E5-07BC-4395-BA07-00DD81594785}" srcOrd="0" destOrd="0" presId="urn:microsoft.com/office/officeart/2005/8/layout/process4"/>
    <dgm:cxn modelId="{AFDF9F6A-D788-400E-8D99-B6A83157F8C6}" srcId="{B187941C-E6EF-4C9F-B550-08AB572C8E37}" destId="{CE7B4CE8-1BDE-4BB4-8992-C0541AD31ACE}" srcOrd="0" destOrd="0" parTransId="{3AB2EDA4-E269-4687-B75C-93D0929FEF85}" sibTransId="{2E1B0694-BC23-4A36-A56A-FBFD1EE8720A}"/>
    <dgm:cxn modelId="{FC56C24B-9F93-4095-A36D-AD32FAD755FE}" type="presOf" srcId="{B187941C-E6EF-4C9F-B550-08AB572C8E37}" destId="{699AF362-893F-4FD2-BB22-D39908E2DF7C}" srcOrd="0" destOrd="0" presId="urn:microsoft.com/office/officeart/2005/8/layout/process4"/>
    <dgm:cxn modelId="{F4290354-9002-43C8-B32A-089D9488AFCE}" srcId="{B187941C-E6EF-4C9F-B550-08AB572C8E37}" destId="{252ABEC5-1F2F-498E-A23A-4520B86EE24C}" srcOrd="2" destOrd="0" parTransId="{E3D7E42A-474F-41F4-96D7-3BAC4E8B4DA4}" sibTransId="{2459BA4D-6518-4808-85B9-B35BCA833746}"/>
    <dgm:cxn modelId="{36184E7A-84F3-4AEE-AA56-35CD36979B9E}" type="presOf" srcId="{87E8CA31-11DD-4182-AA12-4C4095196C3D}" destId="{DF1B48B2-464D-4934-9A5C-0F622F99081A}" srcOrd="0" destOrd="0" presId="urn:microsoft.com/office/officeart/2005/8/layout/process4"/>
    <dgm:cxn modelId="{A369EB7A-89B0-4297-9349-F3AF428578F9}" type="presOf" srcId="{5AA93876-230F-474D-A22F-9D0CE01AA515}" destId="{6B15064D-3F2F-42FD-86AD-A30DEE61352F}" srcOrd="0" destOrd="0" presId="urn:microsoft.com/office/officeart/2005/8/layout/process4"/>
    <dgm:cxn modelId="{209B4680-644D-429B-827C-E896E0A0CCE5}" type="presOf" srcId="{7C5B332C-54FE-4532-8C66-B9807C3EEF5A}" destId="{DF1B48B2-464D-4934-9A5C-0F622F99081A}" srcOrd="0" destOrd="2" presId="urn:microsoft.com/office/officeart/2005/8/layout/process4"/>
    <dgm:cxn modelId="{F0929986-BD3A-48B6-9FFE-3AA221544753}" srcId="{B187941C-E6EF-4C9F-B550-08AB572C8E37}" destId="{4613F910-781E-4C77-AF63-C84A80636030}" srcOrd="1" destOrd="0" parTransId="{BFF9CD5B-D0ED-4B59-A805-1BA8A7B7FE47}" sibTransId="{CB3E5AEF-7C6B-4867-9046-3C0F622A464F}"/>
    <dgm:cxn modelId="{00538491-7E7E-452A-8F0C-E069804B9AD1}" srcId="{87E8CA31-11DD-4182-AA12-4C4095196C3D}" destId="{7C5B332C-54FE-4532-8C66-B9807C3EEF5A}" srcOrd="1" destOrd="0" parTransId="{56EDAF28-27B0-434D-BE32-E64E6036ACC6}" sibTransId="{AB4990A1-506F-4D33-A16D-BF8906AF48D5}"/>
    <dgm:cxn modelId="{1BC50392-5456-45AA-9562-ACC44F516D52}" srcId="{252ABEC5-1F2F-498E-A23A-4520B86EE24C}" destId="{704D1647-BDB5-4B7B-9FB2-E8458AADB1A4}" srcOrd="0" destOrd="0" parTransId="{90844DD9-4407-4BEE-ACEA-5D9D319F8567}" sibTransId="{A6DB2E08-74C1-4F48-A18C-677EA5612797}"/>
    <dgm:cxn modelId="{59841C9B-A0C2-4578-99A3-2A51D704EC6B}" srcId="{5AA93876-230F-474D-A22F-9D0CE01AA515}" destId="{AFA8B1AA-E84B-44F9-A636-A034BDC583C9}" srcOrd="2" destOrd="0" parTransId="{D8D8A36E-4BC5-4E9D-823E-0FC673430BCA}" sibTransId="{16F18305-DA04-4DF2-95BD-E60984790C34}"/>
    <dgm:cxn modelId="{9C02839B-B428-4077-824F-1DB808B7F7A9}" type="presOf" srcId="{CE7B4CE8-1BDE-4BB4-8992-C0541AD31ACE}" destId="{CE051F0D-44E9-4B38-ACA2-A390B61CB536}" srcOrd="0" destOrd="0" presId="urn:microsoft.com/office/officeart/2005/8/layout/process4"/>
    <dgm:cxn modelId="{72A79BA2-0B0A-4222-B274-BF0B3F68A18A}" type="presOf" srcId="{AFA8B1AA-E84B-44F9-A636-A034BDC583C9}" destId="{6B15064D-3F2F-42FD-86AD-A30DEE61352F}" srcOrd="0" destOrd="3" presId="urn:microsoft.com/office/officeart/2005/8/layout/process4"/>
    <dgm:cxn modelId="{31AD33A5-C162-402C-AEE3-9F4DD38CB0D6}" srcId="{0027D1EE-5A6F-4925-9FD4-CF6ABA0BD604}" destId="{87EC1DBF-1B67-445A-A7E8-9D061BF962D1}" srcOrd="0" destOrd="0" parTransId="{52AEEF03-86E8-47C3-88CC-6F269111EFC2}" sibTransId="{71A233E7-DB32-4EAE-9E5D-1EC38289E0FA}"/>
    <dgm:cxn modelId="{00FE8AB2-7ABD-4A49-AC1B-55D061A8CE25}" type="presOf" srcId="{252ABEC5-1F2F-498E-A23A-4520B86EE24C}" destId="{D203D7B0-8D3B-4045-AE4C-817A36D79BA1}" srcOrd="0" destOrd="0" presId="urn:microsoft.com/office/officeart/2005/8/layout/process4"/>
    <dgm:cxn modelId="{AB4C56C2-7226-4399-B586-E87B0F4F6B21}" srcId="{4613F910-781E-4C77-AF63-C84A80636030}" destId="{87E8CA31-11DD-4182-AA12-4C4095196C3D}" srcOrd="0" destOrd="0" parTransId="{C73A1163-41B2-48F9-A2B8-083D0148297A}" sibTransId="{4C73168F-DB97-49B2-B403-355EA4F57C8A}"/>
    <dgm:cxn modelId="{2978C7C5-56E7-4897-9002-1D1BD7154D77}" type="presOf" srcId="{704D1647-BDB5-4B7B-9FB2-E8458AADB1A4}" destId="{C9CE55C6-6989-4B41-9246-1F6A19CF34E0}" srcOrd="0" destOrd="0" presId="urn:microsoft.com/office/officeart/2005/8/layout/process4"/>
    <dgm:cxn modelId="{1C54B5CD-BC75-46E2-B71B-811A01B38675}" srcId="{5AA93876-230F-474D-A22F-9D0CE01AA515}" destId="{E6A67465-745F-4381-BE9E-F8C5503BCC95}" srcOrd="0" destOrd="0" parTransId="{CE16C347-5769-4E14-BBEB-F2C3407D64C0}" sibTransId="{D008C0BD-48E7-40D1-9A6A-FA52C7902C87}"/>
    <dgm:cxn modelId="{43C06ED1-49C4-4000-A597-E34B0D8BD263}" type="presOf" srcId="{4613F910-781E-4C77-AF63-C84A80636030}" destId="{2FCE42E1-5294-4926-A560-BDF73E411571}" srcOrd="0" destOrd="0" presId="urn:microsoft.com/office/officeart/2005/8/layout/process4"/>
    <dgm:cxn modelId="{CD934FD6-27A1-4BDD-BD16-B219174E41F2}" type="presOf" srcId="{A69E5B48-5405-4399-B652-E305A1D83EEA}" destId="{EEFE6DDB-ADDA-4C04-A680-58034C9F8C97}" srcOrd="0" destOrd="0" presId="urn:microsoft.com/office/officeart/2005/8/layout/process4"/>
    <dgm:cxn modelId="{4B15A1DA-D557-4457-8EF4-E8471CC36D4C}" type="presOf" srcId="{4321427B-6465-4B66-A2F2-089E74CCFCAF}" destId="{6B15064D-3F2F-42FD-86AD-A30DEE61352F}" srcOrd="0" destOrd="2" presId="urn:microsoft.com/office/officeart/2005/8/layout/process4"/>
    <dgm:cxn modelId="{31678FDB-71EE-4272-921A-9AC6937059FB}" type="presOf" srcId="{87EC1DBF-1B67-445A-A7E8-9D061BF962D1}" destId="{7EF55B0F-32DF-4683-96B2-8356F0D0C4EB}" srcOrd="0" destOrd="1" presId="urn:microsoft.com/office/officeart/2005/8/layout/process4"/>
    <dgm:cxn modelId="{3FFCE9E5-09C0-448B-AC53-40917D215A53}" srcId="{CE7B4CE8-1BDE-4BB4-8992-C0541AD31ACE}" destId="{A69E5B48-5405-4399-B652-E305A1D83EEA}" srcOrd="0" destOrd="0" parTransId="{46EAD6E7-8A84-49B9-B7F7-780AC4ACC8DC}" sibTransId="{C4C36B7F-F2BD-455F-BF17-BA23E2FC832B}"/>
    <dgm:cxn modelId="{DACFB3F0-6736-4302-976B-67696EBB93E5}" srcId="{4613F910-781E-4C77-AF63-C84A80636030}" destId="{0027D1EE-5A6F-4925-9FD4-CF6ABA0BD604}" srcOrd="2" destOrd="0" parTransId="{C8CFEF07-3056-4355-BE7B-6EA4015173B3}" sibTransId="{AC92C8BD-C389-4C6E-ADCA-DE06BE97F0C0}"/>
    <dgm:cxn modelId="{7A3C97F3-1290-4CC3-B0D5-CB7B9F96197E}" type="presOf" srcId="{8D482850-C036-4C85-A2E1-E4062BB1C0C5}" destId="{4DC7F75E-B005-44FF-BDE6-5E51F374A0D4}" srcOrd="0" destOrd="0" presId="urn:microsoft.com/office/officeart/2005/8/layout/process4"/>
    <dgm:cxn modelId="{C9F5B4F6-AFD6-4048-B456-BCBD5A089D69}" type="presOf" srcId="{CE7B4CE8-1BDE-4BB4-8992-C0541AD31ACE}" destId="{D9E3EA23-0BF3-412E-B07C-4F0540C6C6AF}" srcOrd="1" destOrd="0" presId="urn:microsoft.com/office/officeart/2005/8/layout/process4"/>
    <dgm:cxn modelId="{F41B60F9-5407-454E-AC9E-CDCF77798B97}" type="presOf" srcId="{351A2E79-C1B4-4238-92CD-83729BC10F03}" destId="{EBB7B4B1-C17B-40A6-B3B8-6383797CA1BC}" srcOrd="0" destOrd="0" presId="urn:microsoft.com/office/officeart/2005/8/layout/process4"/>
    <dgm:cxn modelId="{2B8E12FB-073A-427E-9C52-C2729DD5AFB6}" srcId="{4613F910-781E-4C77-AF63-C84A80636030}" destId="{5AA93876-230F-474D-A22F-9D0CE01AA515}" srcOrd="1" destOrd="0" parTransId="{F24930F7-04CD-48D3-9516-D4DDA75A9CE2}" sibTransId="{3482F0F9-599C-4581-BC0A-FAC8C61A6C6D}"/>
    <dgm:cxn modelId="{20018574-C85A-45C7-BDAA-59E8B5D55C51}" type="presParOf" srcId="{699AF362-893F-4FD2-BB22-D39908E2DF7C}" destId="{CACFAC9F-8984-4C7C-B064-2A12F028C6C1}" srcOrd="0" destOrd="0" presId="urn:microsoft.com/office/officeart/2005/8/layout/process4"/>
    <dgm:cxn modelId="{7CF7B534-5DA9-40AB-9735-14493B771479}" type="presParOf" srcId="{CACFAC9F-8984-4C7C-B064-2A12F028C6C1}" destId="{D203D7B0-8D3B-4045-AE4C-817A36D79BA1}" srcOrd="0" destOrd="0" presId="urn:microsoft.com/office/officeart/2005/8/layout/process4"/>
    <dgm:cxn modelId="{920A0AFB-008F-46F1-97C6-EE07375BCEB5}" type="presParOf" srcId="{CACFAC9F-8984-4C7C-B064-2A12F028C6C1}" destId="{59325C6D-001A-4E3D-9179-30153CF899BE}" srcOrd="1" destOrd="0" presId="urn:microsoft.com/office/officeart/2005/8/layout/process4"/>
    <dgm:cxn modelId="{3A8DB420-DE30-43C1-AEDE-8E4D58A929E3}" type="presParOf" srcId="{CACFAC9F-8984-4C7C-B064-2A12F028C6C1}" destId="{2D9B1EFF-3423-4C40-866F-2B6A84B50FF5}" srcOrd="2" destOrd="0" presId="urn:microsoft.com/office/officeart/2005/8/layout/process4"/>
    <dgm:cxn modelId="{BABE1A80-FDB8-497B-B560-E27449BCA921}" type="presParOf" srcId="{2D9B1EFF-3423-4C40-866F-2B6A84B50FF5}" destId="{C9CE55C6-6989-4B41-9246-1F6A19CF34E0}" srcOrd="0" destOrd="0" presId="urn:microsoft.com/office/officeart/2005/8/layout/process4"/>
    <dgm:cxn modelId="{5264BA33-BA6D-4835-BB82-C1458A93A52F}" type="presParOf" srcId="{2D9B1EFF-3423-4C40-866F-2B6A84B50FF5}" destId="{F64C3F44-020A-42E2-A80C-7264D8A5238E}" srcOrd="1" destOrd="0" presId="urn:microsoft.com/office/officeart/2005/8/layout/process4"/>
    <dgm:cxn modelId="{02A5E974-4782-43A4-A55E-0332EA57D075}" type="presParOf" srcId="{2D9B1EFF-3423-4C40-866F-2B6A84B50FF5}" destId="{EBB7B4B1-C17B-40A6-B3B8-6383797CA1BC}" srcOrd="2" destOrd="0" presId="urn:microsoft.com/office/officeart/2005/8/layout/process4"/>
    <dgm:cxn modelId="{913F6D62-426D-4BB6-AF6D-3DB6E3DA7AFE}" type="presParOf" srcId="{699AF362-893F-4FD2-BB22-D39908E2DF7C}" destId="{5CC0F29E-80FD-4F57-8ADF-E8C46F13EA87}" srcOrd="1" destOrd="0" presId="urn:microsoft.com/office/officeart/2005/8/layout/process4"/>
    <dgm:cxn modelId="{C62AC198-E21A-47BA-B091-91C0AF9EDDE0}" type="presParOf" srcId="{699AF362-893F-4FD2-BB22-D39908E2DF7C}" destId="{3BE6C972-2755-4088-835F-704A34FCAE64}" srcOrd="2" destOrd="0" presId="urn:microsoft.com/office/officeart/2005/8/layout/process4"/>
    <dgm:cxn modelId="{EAC32295-801D-41E2-8CCC-98896DBCC69B}" type="presParOf" srcId="{3BE6C972-2755-4088-835F-704A34FCAE64}" destId="{2FCE42E1-5294-4926-A560-BDF73E411571}" srcOrd="0" destOrd="0" presId="urn:microsoft.com/office/officeart/2005/8/layout/process4"/>
    <dgm:cxn modelId="{0CEA5FC7-49A3-4305-A316-9FF9511FB48C}" type="presParOf" srcId="{3BE6C972-2755-4088-835F-704A34FCAE64}" destId="{F903E9CE-1EB4-4504-A3B4-153F7D7FF54F}" srcOrd="1" destOrd="0" presId="urn:microsoft.com/office/officeart/2005/8/layout/process4"/>
    <dgm:cxn modelId="{043BC4EE-9BDC-420D-85C1-B5DA5FA6D5F4}" type="presParOf" srcId="{3BE6C972-2755-4088-835F-704A34FCAE64}" destId="{D3A0020B-7B73-4D5C-8D28-4488EAFA1423}" srcOrd="2" destOrd="0" presId="urn:microsoft.com/office/officeart/2005/8/layout/process4"/>
    <dgm:cxn modelId="{E9C8FB52-30AB-453A-B064-8BBA9AFC29AC}" type="presParOf" srcId="{D3A0020B-7B73-4D5C-8D28-4488EAFA1423}" destId="{DF1B48B2-464D-4934-9A5C-0F622F99081A}" srcOrd="0" destOrd="0" presId="urn:microsoft.com/office/officeart/2005/8/layout/process4"/>
    <dgm:cxn modelId="{0145C6CA-E80F-4387-8532-875C90FB0232}" type="presParOf" srcId="{D3A0020B-7B73-4D5C-8D28-4488EAFA1423}" destId="{6B15064D-3F2F-42FD-86AD-A30DEE61352F}" srcOrd="1" destOrd="0" presId="urn:microsoft.com/office/officeart/2005/8/layout/process4"/>
    <dgm:cxn modelId="{05FEBF7B-5668-48FC-A8BD-010DC4AAD36F}" type="presParOf" srcId="{D3A0020B-7B73-4D5C-8D28-4488EAFA1423}" destId="{7EF55B0F-32DF-4683-96B2-8356F0D0C4EB}" srcOrd="2" destOrd="0" presId="urn:microsoft.com/office/officeart/2005/8/layout/process4"/>
    <dgm:cxn modelId="{F24DFFB2-D4DA-492A-AA34-521A0EDFBA94}" type="presParOf" srcId="{699AF362-893F-4FD2-BB22-D39908E2DF7C}" destId="{B1ED5C11-4D76-44F4-8305-914070E30A55}" srcOrd="3" destOrd="0" presId="urn:microsoft.com/office/officeart/2005/8/layout/process4"/>
    <dgm:cxn modelId="{2F942E5F-B4CA-425B-9EFA-9A322B8A73B8}" type="presParOf" srcId="{699AF362-893F-4FD2-BB22-D39908E2DF7C}" destId="{32419C7A-8F7A-49AE-8BA7-30A61DC7765B}" srcOrd="4" destOrd="0" presId="urn:microsoft.com/office/officeart/2005/8/layout/process4"/>
    <dgm:cxn modelId="{00132624-2E47-45AE-9A7B-D53B573FACE4}" type="presParOf" srcId="{32419C7A-8F7A-49AE-8BA7-30A61DC7765B}" destId="{CE051F0D-44E9-4B38-ACA2-A390B61CB536}" srcOrd="0" destOrd="0" presId="urn:microsoft.com/office/officeart/2005/8/layout/process4"/>
    <dgm:cxn modelId="{475251A4-B7C7-4BC0-9095-250DDADB1D22}" type="presParOf" srcId="{32419C7A-8F7A-49AE-8BA7-30A61DC7765B}" destId="{D9E3EA23-0BF3-412E-B07C-4F0540C6C6AF}" srcOrd="1" destOrd="0" presId="urn:microsoft.com/office/officeart/2005/8/layout/process4"/>
    <dgm:cxn modelId="{BCE4D3EB-5D59-494F-95AF-22A9F43A7236}" type="presParOf" srcId="{32419C7A-8F7A-49AE-8BA7-30A61DC7765B}" destId="{DB2B733E-92C4-4387-9B3A-151F1E65F1BC}" srcOrd="2" destOrd="0" presId="urn:microsoft.com/office/officeart/2005/8/layout/process4"/>
    <dgm:cxn modelId="{0C9B2A4D-BAE9-4146-9F7A-29374BBC9227}" type="presParOf" srcId="{DB2B733E-92C4-4387-9B3A-151F1E65F1BC}" destId="{EEFE6DDB-ADDA-4C04-A680-58034C9F8C97}" srcOrd="0" destOrd="0" presId="urn:microsoft.com/office/officeart/2005/8/layout/process4"/>
    <dgm:cxn modelId="{6EBB6752-C285-4404-B3D4-9B6986DA931E}" type="presParOf" srcId="{DB2B733E-92C4-4387-9B3A-151F1E65F1BC}" destId="{4DC7F75E-B005-44FF-BDE6-5E51F374A0D4}" srcOrd="1" destOrd="0" presId="urn:microsoft.com/office/officeart/2005/8/layout/process4"/>
    <dgm:cxn modelId="{7DD5978D-FAA7-455F-AB73-5CFE86EDB8E1}" type="presParOf" srcId="{DB2B733E-92C4-4387-9B3A-151F1E65F1BC}" destId="{12D1B4E5-07BC-4395-BA07-00DD81594785}" srcOrd="2"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331C46-32B0-44CE-8E5F-4E716DB2139F}">
      <dsp:nvSpPr>
        <dsp:cNvPr id="0" name=""/>
        <dsp:cNvSpPr/>
      </dsp:nvSpPr>
      <dsp:spPr>
        <a:xfrm>
          <a:off x="0" y="2439"/>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982599-2238-412A-B562-D63349FE9EA7}">
      <dsp:nvSpPr>
        <dsp:cNvPr id="0" name=""/>
        <dsp:cNvSpPr/>
      </dsp:nvSpPr>
      <dsp:spPr>
        <a:xfrm>
          <a:off x="374076" y="280678"/>
          <a:ext cx="680139" cy="6801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C6B62C-4057-4AA8-88CB-9023B8781A8F}">
      <dsp:nvSpPr>
        <dsp:cNvPr id="0" name=""/>
        <dsp:cNvSpPr/>
      </dsp:nvSpPr>
      <dsp:spPr>
        <a:xfrm>
          <a:off x="1428292" y="2439"/>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77900">
            <a:lnSpc>
              <a:spcPct val="100000"/>
            </a:lnSpc>
            <a:spcBef>
              <a:spcPct val="0"/>
            </a:spcBef>
            <a:spcAft>
              <a:spcPct val="35000"/>
            </a:spcAft>
            <a:buNone/>
          </a:pPr>
          <a:r>
            <a:rPr lang="en-US" sz="2200" kern="1200"/>
            <a:t>Step 1: </a:t>
          </a:r>
          <a:br>
            <a:rPr lang="en-US" sz="2200" kern="1200"/>
          </a:br>
          <a:r>
            <a:rPr lang="en-US" sz="2200" kern="1200"/>
            <a:t>Measure a STOP sign</a:t>
          </a:r>
        </a:p>
      </dsp:txBody>
      <dsp:txXfrm>
        <a:off x="1428292" y="2439"/>
        <a:ext cx="4873308" cy="1236616"/>
      </dsp:txXfrm>
    </dsp:sp>
    <dsp:sp modelId="{120805B3-21FD-4B74-95CE-4EC61D414990}">
      <dsp:nvSpPr>
        <dsp:cNvPr id="0" name=""/>
        <dsp:cNvSpPr/>
      </dsp:nvSpPr>
      <dsp:spPr>
        <a:xfrm>
          <a:off x="0" y="1548210"/>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529A55-E934-462E-A939-A85EE898BCBF}">
      <dsp:nvSpPr>
        <dsp:cNvPr id="0" name=""/>
        <dsp:cNvSpPr/>
      </dsp:nvSpPr>
      <dsp:spPr>
        <a:xfrm>
          <a:off x="374076" y="1826449"/>
          <a:ext cx="680139" cy="6801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46E0DB-BA00-47E0-BA00-A6FF8557FCED}">
      <dsp:nvSpPr>
        <dsp:cNvPr id="0" name=""/>
        <dsp:cNvSpPr/>
      </dsp:nvSpPr>
      <dsp:spPr>
        <a:xfrm>
          <a:off x="1428292" y="1548210"/>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77900">
            <a:lnSpc>
              <a:spcPct val="100000"/>
            </a:lnSpc>
            <a:spcBef>
              <a:spcPct val="0"/>
            </a:spcBef>
            <a:spcAft>
              <a:spcPct val="35000"/>
            </a:spcAft>
            <a:buNone/>
          </a:pPr>
          <a:r>
            <a:rPr lang="en-US" sz="2200" kern="1200"/>
            <a:t>Step 2:</a:t>
          </a:r>
          <a:br>
            <a:rPr lang="en-US" sz="2200" kern="1200"/>
          </a:br>
          <a:r>
            <a:rPr lang="en-US" sz="2200" kern="1200"/>
            <a:t>Estimate the wind load</a:t>
          </a:r>
        </a:p>
      </dsp:txBody>
      <dsp:txXfrm>
        <a:off x="1428292" y="1548210"/>
        <a:ext cx="4873308" cy="1236616"/>
      </dsp:txXfrm>
    </dsp:sp>
    <dsp:sp modelId="{6578E907-B68A-4E6A-9DF0-8277B3042566}">
      <dsp:nvSpPr>
        <dsp:cNvPr id="0" name=""/>
        <dsp:cNvSpPr/>
      </dsp:nvSpPr>
      <dsp:spPr>
        <a:xfrm>
          <a:off x="0" y="3093981"/>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7EE4EE-4304-43EA-9194-E01992F0FE94}">
      <dsp:nvSpPr>
        <dsp:cNvPr id="0" name=""/>
        <dsp:cNvSpPr/>
      </dsp:nvSpPr>
      <dsp:spPr>
        <a:xfrm>
          <a:off x="374076" y="3372220"/>
          <a:ext cx="680139" cy="680139"/>
        </a:xfrm>
        <a:prstGeom prst="rect">
          <a:avLst/>
        </a:prstGeom>
        <a:solidFill>
          <a:schemeClr val="accent4">
            <a:hueOff val="0"/>
            <a:satOff val="0"/>
            <a:lumOff val="0"/>
            <a:alphaOff val="0"/>
          </a:schemeClr>
        </a:solid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DAF41D-6BE2-4F95-87A7-B4431DBEFD05}">
      <dsp:nvSpPr>
        <dsp:cNvPr id="0" name=""/>
        <dsp:cNvSpPr/>
      </dsp:nvSpPr>
      <dsp:spPr>
        <a:xfrm>
          <a:off x="1428292" y="3093981"/>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77900">
            <a:lnSpc>
              <a:spcPct val="100000"/>
            </a:lnSpc>
            <a:spcBef>
              <a:spcPct val="0"/>
            </a:spcBef>
            <a:spcAft>
              <a:spcPct val="35000"/>
            </a:spcAft>
            <a:buNone/>
          </a:pPr>
          <a:r>
            <a:rPr lang="en-US" sz="2200" kern="1200"/>
            <a:t>Step 3:</a:t>
          </a:r>
          <a:br>
            <a:rPr lang="en-US" sz="2200" kern="1200"/>
          </a:br>
          <a:r>
            <a:rPr lang="en-US" sz="2200" kern="1200"/>
            <a:t>Design a 2-1/2” Diameter Pole Option</a:t>
          </a:r>
        </a:p>
      </dsp:txBody>
      <dsp:txXfrm>
        <a:off x="1428292" y="3093981"/>
        <a:ext cx="4873308" cy="1236616"/>
      </dsp:txXfrm>
    </dsp:sp>
    <dsp:sp modelId="{AC35988C-9027-4E92-B465-F2E8BC61CA81}">
      <dsp:nvSpPr>
        <dsp:cNvPr id="0" name=""/>
        <dsp:cNvSpPr/>
      </dsp:nvSpPr>
      <dsp:spPr>
        <a:xfrm>
          <a:off x="0" y="4639752"/>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AB6D67-E6A1-42F3-8985-CA05A264E645}">
      <dsp:nvSpPr>
        <dsp:cNvPr id="0" name=""/>
        <dsp:cNvSpPr/>
      </dsp:nvSpPr>
      <dsp:spPr>
        <a:xfrm>
          <a:off x="374076" y="4917991"/>
          <a:ext cx="680139" cy="680139"/>
        </a:xfrm>
        <a:prstGeom prst="rect">
          <a:avLst/>
        </a:prstGeom>
        <a:solidFill>
          <a:schemeClr val="accent5">
            <a:hueOff val="0"/>
            <a:satOff val="0"/>
            <a:lumOff val="0"/>
            <a:alphaOff val="0"/>
          </a:schemeClr>
        </a:solid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FDC004-8FF8-4A2E-AE55-B99280DD59C7}">
      <dsp:nvSpPr>
        <dsp:cNvPr id="0" name=""/>
        <dsp:cNvSpPr/>
      </dsp:nvSpPr>
      <dsp:spPr>
        <a:xfrm>
          <a:off x="1428292" y="4639752"/>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77900">
            <a:lnSpc>
              <a:spcPct val="100000"/>
            </a:lnSpc>
            <a:spcBef>
              <a:spcPct val="0"/>
            </a:spcBef>
            <a:spcAft>
              <a:spcPct val="35000"/>
            </a:spcAft>
            <a:buNone/>
          </a:pPr>
          <a:r>
            <a:rPr lang="en-US" sz="2200" kern="1200"/>
            <a:t>Step 4: </a:t>
          </a:r>
          <a:br>
            <a:rPr lang="en-US" sz="2200" kern="1200"/>
          </a:br>
          <a:r>
            <a:rPr lang="en-US" sz="2200" kern="1200"/>
            <a:t>Design a Galvanized Steel Rail Option</a:t>
          </a:r>
        </a:p>
      </dsp:txBody>
      <dsp:txXfrm>
        <a:off x="1428292" y="4639752"/>
        <a:ext cx="4873308" cy="12366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223901-207C-494F-8ACD-3900557BFA91}">
      <dsp:nvSpPr>
        <dsp:cNvPr id="0" name=""/>
        <dsp:cNvSpPr/>
      </dsp:nvSpPr>
      <dsp:spPr>
        <a:xfrm>
          <a:off x="0" y="42799"/>
          <a:ext cx="6666833" cy="127296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Size of the sign meets MUTCD Table 2B-1 requirements </a:t>
          </a:r>
        </a:p>
      </dsp:txBody>
      <dsp:txXfrm>
        <a:off x="62141" y="104940"/>
        <a:ext cx="6542551" cy="1148678"/>
      </dsp:txXfrm>
    </dsp:sp>
    <dsp:sp modelId="{8DBB9BE7-BEBF-43C5-B24B-7F4EAB1F2B40}">
      <dsp:nvSpPr>
        <dsp:cNvPr id="0" name=""/>
        <dsp:cNvSpPr/>
      </dsp:nvSpPr>
      <dsp:spPr>
        <a:xfrm>
          <a:off x="0" y="1407919"/>
          <a:ext cx="6666833" cy="1272960"/>
        </a:xfrm>
        <a:prstGeom prst="roundRect">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Aluminum Posts</a:t>
          </a:r>
        </a:p>
      </dsp:txBody>
      <dsp:txXfrm>
        <a:off x="62141" y="1470060"/>
        <a:ext cx="6542551" cy="1148678"/>
      </dsp:txXfrm>
    </dsp:sp>
    <dsp:sp modelId="{2ADE79AD-8A73-496D-B191-D51056784136}">
      <dsp:nvSpPr>
        <dsp:cNvPr id="0" name=""/>
        <dsp:cNvSpPr/>
      </dsp:nvSpPr>
      <dsp:spPr>
        <a:xfrm>
          <a:off x="0" y="2773040"/>
          <a:ext cx="6666833" cy="1272960"/>
        </a:xfrm>
        <a:prstGeom prst="roundRect">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2-1/2” in diameter</a:t>
          </a:r>
        </a:p>
      </dsp:txBody>
      <dsp:txXfrm>
        <a:off x="62141" y="2835181"/>
        <a:ext cx="6542551" cy="1148678"/>
      </dsp:txXfrm>
    </dsp:sp>
    <dsp:sp modelId="{4C77C7CE-0180-48C4-AE16-123E85D0F4BE}">
      <dsp:nvSpPr>
        <dsp:cNvPr id="0" name=""/>
        <dsp:cNvSpPr/>
      </dsp:nvSpPr>
      <dsp:spPr>
        <a:xfrm>
          <a:off x="0" y="4138160"/>
          <a:ext cx="6666833" cy="127296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Resist 120 MPH wind speed</a:t>
          </a:r>
        </a:p>
      </dsp:txBody>
      <dsp:txXfrm>
        <a:off x="62141" y="4200301"/>
        <a:ext cx="6542551" cy="11486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5825EF-A2B6-4418-84A4-EC39BE201AF5}">
      <dsp:nvSpPr>
        <dsp:cNvPr id="0" name=""/>
        <dsp:cNvSpPr/>
      </dsp:nvSpPr>
      <dsp:spPr>
        <a:xfrm>
          <a:off x="9604" y="696426"/>
          <a:ext cx="5741378" cy="2296551"/>
        </a:xfrm>
        <a:prstGeom prst="chevron">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020" tIns="52007" rIns="52007" bIns="52007" numCol="1" spcCol="1270" anchor="ctr" anchorCtr="0">
          <a:noAutofit/>
        </a:bodyPr>
        <a:lstStyle/>
        <a:p>
          <a:pPr marL="0" lvl="0" indent="0" algn="ctr" defTabSz="1733550">
            <a:lnSpc>
              <a:spcPct val="90000"/>
            </a:lnSpc>
            <a:spcBef>
              <a:spcPct val="0"/>
            </a:spcBef>
            <a:spcAft>
              <a:spcPct val="35000"/>
            </a:spcAft>
            <a:buNone/>
          </a:pPr>
          <a:r>
            <a:rPr lang="en-US" sz="3900" kern="1200"/>
            <a:t>Specific type of Aluminum</a:t>
          </a:r>
        </a:p>
      </dsp:txBody>
      <dsp:txXfrm>
        <a:off x="1157880" y="696426"/>
        <a:ext cx="3444827" cy="2296551"/>
      </dsp:txXfrm>
    </dsp:sp>
    <dsp:sp modelId="{466AC5D7-A7C3-41E3-808A-41783C4BD82D}">
      <dsp:nvSpPr>
        <dsp:cNvPr id="0" name=""/>
        <dsp:cNvSpPr/>
      </dsp:nvSpPr>
      <dsp:spPr>
        <a:xfrm>
          <a:off x="5176845" y="696426"/>
          <a:ext cx="5741378" cy="2296551"/>
        </a:xfrm>
        <a:prstGeom prst="chevron">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020" tIns="52007" rIns="52007" bIns="52007" numCol="1" spcCol="1270" anchor="ctr" anchorCtr="0">
          <a:noAutofit/>
        </a:bodyPr>
        <a:lstStyle/>
        <a:p>
          <a:pPr marL="0" lvl="0" indent="0" algn="ctr" defTabSz="1733550">
            <a:lnSpc>
              <a:spcPct val="90000"/>
            </a:lnSpc>
            <a:spcBef>
              <a:spcPct val="0"/>
            </a:spcBef>
            <a:spcAft>
              <a:spcPct val="35000"/>
            </a:spcAft>
            <a:buNone/>
          </a:pPr>
          <a:r>
            <a:rPr lang="en-US" sz="3900" kern="1200"/>
            <a:t>Wall thickness of the 2-1/2” aluminum pipe</a:t>
          </a:r>
        </a:p>
      </dsp:txBody>
      <dsp:txXfrm>
        <a:off x="6325121" y="696426"/>
        <a:ext cx="3444827" cy="229655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04A335-B8EE-4FA4-82B6-87E988DEF63B}">
      <dsp:nvSpPr>
        <dsp:cNvPr id="0" name=""/>
        <dsp:cNvSpPr/>
      </dsp:nvSpPr>
      <dsp:spPr>
        <a:xfrm>
          <a:off x="0" y="4346"/>
          <a:ext cx="10515600" cy="127967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1A26CB-7A45-458D-BB7D-3314FDB4EA9A}">
      <dsp:nvSpPr>
        <dsp:cNvPr id="0" name=""/>
        <dsp:cNvSpPr/>
      </dsp:nvSpPr>
      <dsp:spPr>
        <a:xfrm>
          <a:off x="387101" y="292273"/>
          <a:ext cx="704508" cy="7038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289B30-10BF-407E-BF83-69EC3B92EFFB}">
      <dsp:nvSpPr>
        <dsp:cNvPr id="0" name=""/>
        <dsp:cNvSpPr/>
      </dsp:nvSpPr>
      <dsp:spPr>
        <a:xfrm>
          <a:off x="1478710" y="4346"/>
          <a:ext cx="8819983" cy="12809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564" tIns="135564" rIns="135564" bIns="135564" numCol="1" spcCol="1270" anchor="ctr" anchorCtr="0">
          <a:noAutofit/>
        </a:bodyPr>
        <a:lstStyle/>
        <a:p>
          <a:pPr marL="0" lvl="0" indent="0" algn="l" defTabSz="622300">
            <a:lnSpc>
              <a:spcPct val="100000"/>
            </a:lnSpc>
            <a:spcBef>
              <a:spcPct val="0"/>
            </a:spcBef>
            <a:spcAft>
              <a:spcPct val="35000"/>
            </a:spcAft>
            <a:buNone/>
          </a:pPr>
          <a:r>
            <a:rPr lang="en-US" sz="1400" kern="1200"/>
            <a:t>The Florida Department of Transportation (FDOT) also provides guidance (A LOT of GUIDANCE!!!) on the construction of roadway signage.</a:t>
          </a:r>
          <a:br>
            <a:rPr lang="en-US" sz="1400" kern="1200"/>
          </a:br>
          <a:br>
            <a:rPr lang="en-US" sz="1400" kern="1200"/>
          </a:br>
          <a:r>
            <a:rPr lang="en-US" sz="1400" kern="1200">
              <a:hlinkClick xmlns:r="http://schemas.openxmlformats.org/officeDocument/2006/relationships" r:id="rId2"/>
            </a:rPr>
            <a:t>https://fdotwww.blob.core.windows.net/sitefinity/docs/default-source/design/standardplans/2027/idx/700-010.pdf?sfvrsn=f2bf6d_2</a:t>
          </a:r>
          <a:br>
            <a:rPr lang="en-US" sz="1400" kern="1200"/>
          </a:br>
          <a:endParaRPr lang="en-US" sz="1400" kern="1200"/>
        </a:p>
      </dsp:txBody>
      <dsp:txXfrm>
        <a:off x="1478710" y="4346"/>
        <a:ext cx="8819983" cy="1280923"/>
      </dsp:txXfrm>
    </dsp:sp>
    <dsp:sp modelId="{65B48E0F-73E3-4094-8B00-9A360FD8FFD7}">
      <dsp:nvSpPr>
        <dsp:cNvPr id="0" name=""/>
        <dsp:cNvSpPr/>
      </dsp:nvSpPr>
      <dsp:spPr>
        <a:xfrm>
          <a:off x="0" y="1535207"/>
          <a:ext cx="10515600" cy="127967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AC14B5-BFDB-4896-B616-A3E05BBB726A}">
      <dsp:nvSpPr>
        <dsp:cNvPr id="0" name=""/>
        <dsp:cNvSpPr/>
      </dsp:nvSpPr>
      <dsp:spPr>
        <a:xfrm>
          <a:off x="387101" y="1823133"/>
          <a:ext cx="704508" cy="7038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0A0215-6C40-4707-841A-8C7A56F4913E}">
      <dsp:nvSpPr>
        <dsp:cNvPr id="0" name=""/>
        <dsp:cNvSpPr/>
      </dsp:nvSpPr>
      <dsp:spPr>
        <a:xfrm>
          <a:off x="1478710" y="1535207"/>
          <a:ext cx="8819983" cy="12809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564" tIns="135564" rIns="135564" bIns="135564" numCol="1" spcCol="1270" anchor="ctr" anchorCtr="0">
          <a:noAutofit/>
        </a:bodyPr>
        <a:lstStyle/>
        <a:p>
          <a:pPr marL="0" lvl="0" indent="0" algn="l" defTabSz="622300">
            <a:lnSpc>
              <a:spcPct val="100000"/>
            </a:lnSpc>
            <a:spcBef>
              <a:spcPct val="0"/>
            </a:spcBef>
            <a:spcAft>
              <a:spcPct val="35000"/>
            </a:spcAft>
            <a:buNone/>
          </a:pPr>
          <a:br>
            <a:rPr lang="en-US" sz="1400" kern="1200"/>
          </a:br>
          <a:br>
            <a:rPr lang="en-US" sz="1400" kern="1200"/>
          </a:br>
          <a:br>
            <a:rPr lang="en-US" sz="1400" kern="1200"/>
          </a:br>
          <a:br>
            <a:rPr lang="en-US" sz="1400" kern="1200"/>
          </a:br>
          <a:r>
            <a:rPr lang="en-US" sz="1400" kern="1200"/>
            <a:t>The critical note:</a:t>
          </a:r>
          <a:br>
            <a:rPr lang="en-US" sz="1400" kern="1200"/>
          </a:br>
          <a:br>
            <a:rPr lang="en-US" sz="1400" kern="1200"/>
          </a:br>
          <a:br>
            <a:rPr lang="en-US" sz="1400" kern="1200"/>
          </a:br>
          <a:br>
            <a:rPr lang="en-US" sz="1400" kern="1200"/>
          </a:br>
          <a:br>
            <a:rPr lang="en-US" sz="1400" kern="1200"/>
          </a:br>
          <a:br>
            <a:rPr lang="en-US" sz="1400" kern="1200"/>
          </a:br>
          <a:endParaRPr lang="en-US" sz="1400" kern="1200"/>
        </a:p>
      </dsp:txBody>
      <dsp:txXfrm>
        <a:off x="1478710" y="1535207"/>
        <a:ext cx="8819983" cy="1280923"/>
      </dsp:txXfrm>
    </dsp:sp>
    <dsp:sp modelId="{35BADE78-6CDD-44F7-9C49-30581BB2094E}">
      <dsp:nvSpPr>
        <dsp:cNvPr id="0" name=""/>
        <dsp:cNvSpPr/>
      </dsp:nvSpPr>
      <dsp:spPr>
        <a:xfrm>
          <a:off x="0" y="3066067"/>
          <a:ext cx="10515600" cy="127967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E8F890-2592-43E0-9E2C-AB148279D84E}">
      <dsp:nvSpPr>
        <dsp:cNvPr id="0" name=""/>
        <dsp:cNvSpPr/>
      </dsp:nvSpPr>
      <dsp:spPr>
        <a:xfrm>
          <a:off x="387101" y="3353993"/>
          <a:ext cx="704508" cy="7038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AFE85F-C405-4564-B0B6-1BFD5E95DC0B}">
      <dsp:nvSpPr>
        <dsp:cNvPr id="0" name=""/>
        <dsp:cNvSpPr/>
      </dsp:nvSpPr>
      <dsp:spPr>
        <a:xfrm>
          <a:off x="1478710" y="3066067"/>
          <a:ext cx="8819983" cy="12809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564" tIns="135564" rIns="135564" bIns="135564" numCol="1" spcCol="1270" anchor="ctr" anchorCtr="0">
          <a:noAutofit/>
        </a:bodyPr>
        <a:lstStyle/>
        <a:p>
          <a:pPr marL="0" lvl="0" indent="0" algn="l" defTabSz="622300">
            <a:lnSpc>
              <a:spcPct val="100000"/>
            </a:lnSpc>
            <a:spcBef>
              <a:spcPct val="0"/>
            </a:spcBef>
            <a:spcAft>
              <a:spcPct val="35000"/>
            </a:spcAft>
            <a:buNone/>
          </a:pPr>
          <a:r>
            <a:rPr lang="en-US" sz="1400" kern="1200"/>
            <a:t>So, we need to use ASTM B221, 6061-T6 alloy.  What is that?</a:t>
          </a:r>
          <a:br>
            <a:rPr lang="en-US" sz="1400" kern="1200"/>
          </a:br>
          <a:br>
            <a:rPr lang="en-US" sz="1400" kern="1200"/>
          </a:br>
          <a:r>
            <a:rPr lang="en-US" sz="1400" kern="1200"/>
            <a:t>See the following: </a:t>
          </a:r>
          <a:br>
            <a:rPr lang="en-US" sz="1400" kern="1200"/>
          </a:br>
          <a:r>
            <a:rPr lang="en-US" sz="1400" kern="1200">
              <a:hlinkClick xmlns:r="http://schemas.openxmlformats.org/officeDocument/2006/relationships" r:id="rId5"/>
            </a:rPr>
            <a:t>https://compass.astm.org/content-access?contentCode=ASTM%7CB0221-21%7Cen-US</a:t>
          </a:r>
          <a:endParaRPr lang="en-US" sz="1400" kern="1200"/>
        </a:p>
      </dsp:txBody>
      <dsp:txXfrm>
        <a:off x="1478710" y="3066067"/>
        <a:ext cx="8819983" cy="128092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325C6D-001A-4E3D-9179-30153CF899BE}">
      <dsp:nvSpPr>
        <dsp:cNvPr id="0" name=""/>
        <dsp:cNvSpPr/>
      </dsp:nvSpPr>
      <dsp:spPr>
        <a:xfrm>
          <a:off x="0" y="3773956"/>
          <a:ext cx="6126395" cy="1238696"/>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a:t>Narrated Solution</a:t>
          </a:r>
        </a:p>
      </dsp:txBody>
      <dsp:txXfrm>
        <a:off x="0" y="3773956"/>
        <a:ext cx="6126395" cy="668896"/>
      </dsp:txXfrm>
    </dsp:sp>
    <dsp:sp modelId="{C9CE55C6-6989-4B41-9246-1F6A19CF34E0}">
      <dsp:nvSpPr>
        <dsp:cNvPr id="0" name=""/>
        <dsp:cNvSpPr/>
      </dsp:nvSpPr>
      <dsp:spPr>
        <a:xfrm>
          <a:off x="2991" y="4418079"/>
          <a:ext cx="2040137" cy="569800"/>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en-US" sz="1200" kern="1200"/>
            <a:t>Equations of Equilibrium</a:t>
          </a:r>
        </a:p>
      </dsp:txBody>
      <dsp:txXfrm>
        <a:off x="2991" y="4418079"/>
        <a:ext cx="2040137" cy="569800"/>
      </dsp:txXfrm>
    </dsp:sp>
    <dsp:sp modelId="{F64C3F44-020A-42E2-A80C-7264D8A5238E}">
      <dsp:nvSpPr>
        <dsp:cNvPr id="0" name=""/>
        <dsp:cNvSpPr/>
      </dsp:nvSpPr>
      <dsp:spPr>
        <a:xfrm>
          <a:off x="2043128" y="4418079"/>
          <a:ext cx="2040137" cy="569800"/>
        </a:xfrm>
        <a:prstGeom prst="rect">
          <a:avLst/>
        </a:prstGeom>
        <a:solidFill>
          <a:schemeClr val="accent2">
            <a:tint val="40000"/>
            <a:alpha val="90000"/>
            <a:hueOff val="841840"/>
            <a:satOff val="-7779"/>
            <a:lumOff val="-877"/>
            <a:alphaOff val="0"/>
          </a:schemeClr>
        </a:solidFill>
        <a:ln w="19050" cap="flat" cmpd="sng" algn="ctr">
          <a:solidFill>
            <a:schemeClr val="accent2">
              <a:tint val="40000"/>
              <a:alpha val="90000"/>
              <a:hueOff val="841840"/>
              <a:satOff val="-7779"/>
              <a:lumOff val="-8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en-US" sz="1200" kern="1200"/>
            <a:t>Governing stress equation(s)</a:t>
          </a:r>
        </a:p>
      </dsp:txBody>
      <dsp:txXfrm>
        <a:off x="2043128" y="4418079"/>
        <a:ext cx="2040137" cy="569800"/>
      </dsp:txXfrm>
    </dsp:sp>
    <dsp:sp modelId="{EBB7B4B1-C17B-40A6-B3B8-6383797CA1BC}">
      <dsp:nvSpPr>
        <dsp:cNvPr id="0" name=""/>
        <dsp:cNvSpPr/>
      </dsp:nvSpPr>
      <dsp:spPr>
        <a:xfrm>
          <a:off x="4083266" y="4418079"/>
          <a:ext cx="2040137" cy="569800"/>
        </a:xfrm>
        <a:prstGeom prst="rect">
          <a:avLst/>
        </a:prstGeom>
        <a:solidFill>
          <a:schemeClr val="accent2">
            <a:tint val="40000"/>
            <a:alpha val="90000"/>
            <a:hueOff val="1683680"/>
            <a:satOff val="-15558"/>
            <a:lumOff val="-1754"/>
            <a:alphaOff val="0"/>
          </a:schemeClr>
        </a:solidFill>
        <a:ln w="19050" cap="flat" cmpd="sng" algn="ctr">
          <a:solidFill>
            <a:schemeClr val="accent2">
              <a:tint val="40000"/>
              <a:alpha val="90000"/>
              <a:hueOff val="1683680"/>
              <a:satOff val="-15558"/>
              <a:lumOff val="-175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en-US" sz="1200" kern="1200"/>
            <a:t>Clearly identified results</a:t>
          </a:r>
        </a:p>
      </dsp:txBody>
      <dsp:txXfrm>
        <a:off x="4083266" y="4418079"/>
        <a:ext cx="2040137" cy="569800"/>
      </dsp:txXfrm>
    </dsp:sp>
    <dsp:sp modelId="{F903E9CE-1EB4-4504-A3B4-153F7D7FF54F}">
      <dsp:nvSpPr>
        <dsp:cNvPr id="0" name=""/>
        <dsp:cNvSpPr/>
      </dsp:nvSpPr>
      <dsp:spPr>
        <a:xfrm rot="10800000">
          <a:off x="0" y="1887421"/>
          <a:ext cx="6126395" cy="1905115"/>
        </a:xfrm>
        <a:prstGeom prst="upArrowCallou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a:t>Three Drawings</a:t>
          </a:r>
        </a:p>
      </dsp:txBody>
      <dsp:txXfrm rot="-10800000">
        <a:off x="0" y="1887421"/>
        <a:ext cx="6126395" cy="668695"/>
      </dsp:txXfrm>
    </dsp:sp>
    <dsp:sp modelId="{DF1B48B2-464D-4934-9A5C-0F622F99081A}">
      <dsp:nvSpPr>
        <dsp:cNvPr id="0" name=""/>
        <dsp:cNvSpPr/>
      </dsp:nvSpPr>
      <dsp:spPr>
        <a:xfrm>
          <a:off x="2991" y="2556117"/>
          <a:ext cx="2040137" cy="569629"/>
        </a:xfrm>
        <a:prstGeom prst="rect">
          <a:avLst/>
        </a:prstGeom>
        <a:solidFill>
          <a:schemeClr val="accent2">
            <a:tint val="40000"/>
            <a:alpha val="90000"/>
            <a:hueOff val="2525519"/>
            <a:satOff val="-23337"/>
            <a:lumOff val="-2631"/>
            <a:alphaOff val="0"/>
          </a:schemeClr>
        </a:solidFill>
        <a:ln w="19050" cap="flat" cmpd="sng" algn="ctr">
          <a:solidFill>
            <a:schemeClr val="accent2">
              <a:tint val="40000"/>
              <a:alpha val="90000"/>
              <a:hueOff val="2525519"/>
              <a:satOff val="-23337"/>
              <a:lumOff val="-263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896" tIns="10160" rIns="56896" bIns="10160" numCol="1" spcCol="1270" anchor="t" anchorCtr="0">
          <a:noAutofit/>
        </a:bodyPr>
        <a:lstStyle/>
        <a:p>
          <a:pPr marL="0" lvl="0" indent="0" algn="l" defTabSz="355600">
            <a:lnSpc>
              <a:spcPct val="90000"/>
            </a:lnSpc>
            <a:spcBef>
              <a:spcPct val="0"/>
            </a:spcBef>
            <a:spcAft>
              <a:spcPct val="35000"/>
            </a:spcAft>
            <a:buNone/>
          </a:pPr>
          <a:r>
            <a:rPr lang="en-US" sz="800" kern="1200"/>
            <a:t>Conceptual Design (you already have this!)</a:t>
          </a:r>
        </a:p>
        <a:p>
          <a:pPr marL="57150" lvl="1" indent="-57150" algn="l" defTabSz="355600">
            <a:lnSpc>
              <a:spcPct val="90000"/>
            </a:lnSpc>
            <a:spcBef>
              <a:spcPct val="0"/>
            </a:spcBef>
            <a:spcAft>
              <a:spcPct val="15000"/>
            </a:spcAft>
            <a:buChar char="•"/>
          </a:pPr>
          <a:r>
            <a:rPr lang="en-US" sz="800" kern="1200"/>
            <a:t>What are you analyzing?</a:t>
          </a:r>
        </a:p>
        <a:p>
          <a:pPr marL="57150" lvl="1" indent="-57150" algn="l" defTabSz="355600">
            <a:lnSpc>
              <a:spcPct val="90000"/>
            </a:lnSpc>
            <a:spcBef>
              <a:spcPct val="0"/>
            </a:spcBef>
            <a:spcAft>
              <a:spcPct val="15000"/>
            </a:spcAft>
            <a:buChar char="•"/>
          </a:pPr>
          <a:r>
            <a:rPr lang="en-US" sz="800" kern="1200"/>
            <a:t>What are the dimensions?</a:t>
          </a:r>
        </a:p>
        <a:p>
          <a:pPr marL="57150" lvl="1" indent="-57150" algn="l" defTabSz="355600">
            <a:lnSpc>
              <a:spcPct val="90000"/>
            </a:lnSpc>
            <a:spcBef>
              <a:spcPct val="0"/>
            </a:spcBef>
            <a:spcAft>
              <a:spcPct val="15000"/>
            </a:spcAft>
            <a:buChar char="•"/>
          </a:pPr>
          <a:r>
            <a:rPr lang="en-US" sz="800" kern="1200"/>
            <a:t>What are the loads?</a:t>
          </a:r>
        </a:p>
      </dsp:txBody>
      <dsp:txXfrm>
        <a:off x="2991" y="2556117"/>
        <a:ext cx="2040137" cy="569629"/>
      </dsp:txXfrm>
    </dsp:sp>
    <dsp:sp modelId="{6B15064D-3F2F-42FD-86AD-A30DEE61352F}">
      <dsp:nvSpPr>
        <dsp:cNvPr id="0" name=""/>
        <dsp:cNvSpPr/>
      </dsp:nvSpPr>
      <dsp:spPr>
        <a:xfrm>
          <a:off x="2043128" y="2556117"/>
          <a:ext cx="2040137" cy="569629"/>
        </a:xfrm>
        <a:prstGeom prst="rect">
          <a:avLst/>
        </a:prstGeom>
        <a:solidFill>
          <a:schemeClr val="accent2">
            <a:tint val="40000"/>
            <a:alpha val="90000"/>
            <a:hueOff val="3367359"/>
            <a:satOff val="-31116"/>
            <a:lumOff val="-3508"/>
            <a:alphaOff val="0"/>
          </a:schemeClr>
        </a:solidFill>
        <a:ln w="19050" cap="flat" cmpd="sng" algn="ctr">
          <a:solidFill>
            <a:schemeClr val="accent2">
              <a:tint val="40000"/>
              <a:alpha val="90000"/>
              <a:hueOff val="3367359"/>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896" tIns="10160" rIns="56896" bIns="10160" numCol="1" spcCol="1270" anchor="t" anchorCtr="0">
          <a:noAutofit/>
        </a:bodyPr>
        <a:lstStyle/>
        <a:p>
          <a:pPr marL="0" lvl="0" indent="0" algn="l" defTabSz="355600">
            <a:lnSpc>
              <a:spcPct val="90000"/>
            </a:lnSpc>
            <a:spcBef>
              <a:spcPct val="0"/>
            </a:spcBef>
            <a:spcAft>
              <a:spcPct val="35000"/>
            </a:spcAft>
            <a:buNone/>
          </a:pPr>
          <a:r>
            <a:rPr lang="en-US" sz="800" kern="1200"/>
            <a:t>Simple Structural Model</a:t>
          </a:r>
        </a:p>
        <a:p>
          <a:pPr marL="57150" lvl="1" indent="-57150" algn="l" defTabSz="355600">
            <a:lnSpc>
              <a:spcPct val="90000"/>
            </a:lnSpc>
            <a:spcBef>
              <a:spcPct val="0"/>
            </a:spcBef>
            <a:spcAft>
              <a:spcPct val="15000"/>
            </a:spcAft>
            <a:buChar char="•"/>
          </a:pPr>
          <a:r>
            <a:rPr lang="en-US" sz="800" kern="1200"/>
            <a:t>Basic structural geometry</a:t>
          </a:r>
        </a:p>
        <a:p>
          <a:pPr marL="57150" lvl="1" indent="-57150" algn="l" defTabSz="355600">
            <a:lnSpc>
              <a:spcPct val="90000"/>
            </a:lnSpc>
            <a:spcBef>
              <a:spcPct val="0"/>
            </a:spcBef>
            <a:spcAft>
              <a:spcPct val="15000"/>
            </a:spcAft>
            <a:buChar char="•"/>
          </a:pPr>
          <a:r>
            <a:rPr lang="en-US" sz="800" kern="1200"/>
            <a:t>Loads</a:t>
          </a:r>
        </a:p>
        <a:p>
          <a:pPr marL="57150" lvl="1" indent="-57150" algn="l" defTabSz="355600">
            <a:lnSpc>
              <a:spcPct val="90000"/>
            </a:lnSpc>
            <a:spcBef>
              <a:spcPct val="0"/>
            </a:spcBef>
            <a:spcAft>
              <a:spcPct val="15000"/>
            </a:spcAft>
            <a:buChar char="•"/>
          </a:pPr>
          <a:r>
            <a:rPr lang="en-US" sz="800" kern="1200"/>
            <a:t>Support conditions</a:t>
          </a:r>
        </a:p>
      </dsp:txBody>
      <dsp:txXfrm>
        <a:off x="2043128" y="2556117"/>
        <a:ext cx="2040137" cy="569629"/>
      </dsp:txXfrm>
    </dsp:sp>
    <dsp:sp modelId="{7EF55B0F-32DF-4683-96B2-8356F0D0C4EB}">
      <dsp:nvSpPr>
        <dsp:cNvPr id="0" name=""/>
        <dsp:cNvSpPr/>
      </dsp:nvSpPr>
      <dsp:spPr>
        <a:xfrm>
          <a:off x="4083266" y="2556117"/>
          <a:ext cx="2040137" cy="569629"/>
        </a:xfrm>
        <a:prstGeom prst="rect">
          <a:avLst/>
        </a:prstGeom>
        <a:solidFill>
          <a:schemeClr val="accent2">
            <a:tint val="40000"/>
            <a:alpha val="90000"/>
            <a:hueOff val="4209199"/>
            <a:satOff val="-38895"/>
            <a:lumOff val="-4384"/>
            <a:alphaOff val="0"/>
          </a:schemeClr>
        </a:solidFill>
        <a:ln w="19050" cap="flat" cmpd="sng" algn="ctr">
          <a:solidFill>
            <a:schemeClr val="accent2">
              <a:tint val="40000"/>
              <a:alpha val="90000"/>
              <a:hueOff val="4209199"/>
              <a:satOff val="-38895"/>
              <a:lumOff val="-438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896" tIns="10160" rIns="56896" bIns="10160" numCol="1" spcCol="1270" anchor="t" anchorCtr="0">
          <a:noAutofit/>
        </a:bodyPr>
        <a:lstStyle/>
        <a:p>
          <a:pPr marL="0" lvl="0" indent="0" algn="l" defTabSz="355600">
            <a:lnSpc>
              <a:spcPct val="90000"/>
            </a:lnSpc>
            <a:spcBef>
              <a:spcPct val="0"/>
            </a:spcBef>
            <a:spcAft>
              <a:spcPct val="35000"/>
            </a:spcAft>
            <a:buNone/>
          </a:pPr>
          <a:r>
            <a:rPr lang="en-US" sz="800" kern="1200"/>
            <a:t>Free Body Diagram</a:t>
          </a:r>
        </a:p>
        <a:p>
          <a:pPr marL="57150" lvl="1" indent="-57150" algn="l" defTabSz="355600">
            <a:lnSpc>
              <a:spcPct val="90000"/>
            </a:lnSpc>
            <a:spcBef>
              <a:spcPct val="0"/>
            </a:spcBef>
            <a:spcAft>
              <a:spcPct val="15000"/>
            </a:spcAft>
            <a:buChar char="•"/>
          </a:pPr>
          <a:r>
            <a:rPr lang="en-US" sz="800" kern="1200"/>
            <a:t>Clearly illustrate the unknown external reactions</a:t>
          </a:r>
        </a:p>
      </dsp:txBody>
      <dsp:txXfrm>
        <a:off x="4083266" y="2556117"/>
        <a:ext cx="2040137" cy="569629"/>
      </dsp:txXfrm>
    </dsp:sp>
    <dsp:sp modelId="{D9E3EA23-0BF3-412E-B07C-4F0540C6C6AF}">
      <dsp:nvSpPr>
        <dsp:cNvPr id="0" name=""/>
        <dsp:cNvSpPr/>
      </dsp:nvSpPr>
      <dsp:spPr>
        <a:xfrm rot="10800000">
          <a:off x="0" y="886"/>
          <a:ext cx="6126395" cy="1905115"/>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a:t>Clear Problem Statement</a:t>
          </a:r>
        </a:p>
      </dsp:txBody>
      <dsp:txXfrm rot="-10800000">
        <a:off x="0" y="886"/>
        <a:ext cx="6126395" cy="668695"/>
      </dsp:txXfrm>
    </dsp:sp>
    <dsp:sp modelId="{EEFE6DDB-ADDA-4C04-A680-58034C9F8C97}">
      <dsp:nvSpPr>
        <dsp:cNvPr id="0" name=""/>
        <dsp:cNvSpPr/>
      </dsp:nvSpPr>
      <dsp:spPr>
        <a:xfrm>
          <a:off x="2991" y="669581"/>
          <a:ext cx="2040137" cy="569629"/>
        </a:xfrm>
        <a:prstGeom prst="rect">
          <a:avLst/>
        </a:prstGeom>
        <a:solidFill>
          <a:schemeClr val="accent2">
            <a:tint val="40000"/>
            <a:alpha val="90000"/>
            <a:hueOff val="5051039"/>
            <a:satOff val="-46674"/>
            <a:lumOff val="-5261"/>
            <a:alphaOff val="0"/>
          </a:schemeClr>
        </a:solidFill>
        <a:ln w="19050" cap="flat" cmpd="sng" algn="ctr">
          <a:solidFill>
            <a:schemeClr val="accent2">
              <a:tint val="40000"/>
              <a:alpha val="90000"/>
              <a:hueOff val="5051039"/>
              <a:satOff val="-46674"/>
              <a:lumOff val="-526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en-US" sz="1200" kern="1200"/>
            <a:t>What are you trying to determine?</a:t>
          </a:r>
        </a:p>
      </dsp:txBody>
      <dsp:txXfrm>
        <a:off x="2991" y="669581"/>
        <a:ext cx="2040137" cy="569629"/>
      </dsp:txXfrm>
    </dsp:sp>
    <dsp:sp modelId="{4DC7F75E-B005-44FF-BDE6-5E51F374A0D4}">
      <dsp:nvSpPr>
        <dsp:cNvPr id="0" name=""/>
        <dsp:cNvSpPr/>
      </dsp:nvSpPr>
      <dsp:spPr>
        <a:xfrm>
          <a:off x="2043128" y="669581"/>
          <a:ext cx="2040137" cy="569629"/>
        </a:xfrm>
        <a:prstGeom prst="rect">
          <a:avLst/>
        </a:prstGeom>
        <a:solidFill>
          <a:schemeClr val="accent2">
            <a:tint val="40000"/>
            <a:alpha val="90000"/>
            <a:hueOff val="5892878"/>
            <a:satOff val="-54453"/>
            <a:lumOff val="-6138"/>
            <a:alphaOff val="0"/>
          </a:schemeClr>
        </a:solidFill>
        <a:ln w="19050" cap="flat" cmpd="sng" algn="ctr">
          <a:solidFill>
            <a:schemeClr val="accent2">
              <a:tint val="40000"/>
              <a:alpha val="90000"/>
              <a:hueOff val="5892878"/>
              <a:satOff val="-54453"/>
              <a:lumOff val="-61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en-US" sz="1200" kern="1200"/>
            <a:t>What are the constraints?</a:t>
          </a:r>
        </a:p>
      </dsp:txBody>
      <dsp:txXfrm>
        <a:off x="2043128" y="669581"/>
        <a:ext cx="2040137" cy="569629"/>
      </dsp:txXfrm>
    </dsp:sp>
    <dsp:sp modelId="{12D1B4E5-07BC-4395-BA07-00DD81594785}">
      <dsp:nvSpPr>
        <dsp:cNvPr id="0" name=""/>
        <dsp:cNvSpPr/>
      </dsp:nvSpPr>
      <dsp:spPr>
        <a:xfrm>
          <a:off x="4083266" y="669581"/>
          <a:ext cx="2040137" cy="569629"/>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en-US" sz="1200" kern="1200"/>
            <a:t>What are the basic assumptions?</a:t>
          </a:r>
        </a:p>
      </dsp:txBody>
      <dsp:txXfrm>
        <a:off x="4083266" y="669581"/>
        <a:ext cx="2040137" cy="56962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0:47:38.728"/>
    </inkml:context>
    <inkml:brush xml:id="br0">
      <inkml:brushProperty name="width" value="0.05" units="cm"/>
      <inkml:brushProperty name="height" value="0.05" units="cm"/>
    </inkml:brush>
  </inkml:definitions>
  <inkml:trace contextRef="#ctx0" brushRef="#br0">100 11 728,'0'0'0,"0"0"0,0 0 360,0 0-104,0 0-64,0 0-16,0 0-1160,-1 0 2120,0 0-992,0 0 0,1-2-8,0 2-136,-1 0 144,1-2-24,0 2 0,0-2-24,0 2-96,0 0 104,0-2 0,0 2-24,0-2 24,0 2-104,0 0 96,0 0 8,0 0 48,0 0-24,0 0-608,0 0 1112,2 0-496,-2 0-16,2 0 8,-2 0-128,0 0 128,2 0 24,-2 0 24,2 1 17,-2-1-193,0 2 208,2 1 16,-2 0-16,2 0 24,-2-3-232,0 8 240,2-5-8,-2 6 0,0-2-24,0-7-208,0 8 184,0 3 16,2 1-56,-2 2 16,0-14-160,0 14 144,0 2-32,0 1 64,0 0-32,0-17-144,0 17 152,0-1-24,0-1-8,0 1-8,0-16-112,0 15 104,0 0 16,0-1 24,0 1 24,0-15-168,0 17 176,0-1-8,0 1-23,0 1-9,0-18-136,0 19 120,0 1-8,0-1-48,-1-1 0,1-18-64,-1 17 64,0 0-24,-1 1 8,1-2-40,1-16-8,-2 17 8,0 1 40,0-1-16,1-2 24,1-15-56,-2 16 16,0-1 48,1-1-40,-1 0-16,2-14-8,-2 12 56,1 0-96,0-2 72,0 0-32,1-10 0,-1 10 8,0-1-56,0 0 16,0-5-32,1-4 64,-1 9-136,0-6-40,1 5-80,0-6-65,0-2 321,0 3-392,0 1-40,0-1-104,0 0-104,0-3 640,0 3-752,2-2-88,0 0-16,1 0 23,-3-1 833,3 0-832,0 0 48,0 0-120,0-2-472,-3 2 1376</inkml:trace>
  <inkml:trace contextRef="#ctx0" brushRef="#br0" timeOffset="390">4 69 408,'0'0'0,"0"0"440,0 0-440,0 0 224,0 0-32,-1 0-16,0 0-16,1 0-160,-1 0 176,1 0-24,0 0 16,0 0-8,0 0-160,0 0 144,0-2 0,0 2-40,0-2-8,0 2-96,0 0 96,0-2-40,1 0-16,2 0 0,-3 2-40,3-2 8,0 0 8,0 0 0,5 0-8,-8 2-8,2-2 16,6 0 0,-6 0 0,7 2-16,-9 0 0,3-2-24,8 2-32,-8-2-48,8 2-80,-11 0 184,3-2-216,7 2-16,-7-2-24,8 2 0,-11 0 256,3-2-288,7 2-128,-7-1-528,-3 1 944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0:47:39.730"/>
    </inkml:context>
    <inkml:brush xml:id="br0">
      <inkml:brushProperty name="width" value="0.05" units="cm"/>
      <inkml:brushProperty name="height" value="0.05" units="cm"/>
    </inkml:brush>
  </inkml:definitions>
  <inkml:trace contextRef="#ctx0" brushRef="#br0">1 43 1472,'0'0'0,"0"0"432,0 0-208,0 0-96,0 0-48,0 0-80,0 0 48,0 0-96,0-2 120,0 2-56,0 0-24,0 0-16,0-2-16,0 2-8,0 0 8,0-2 8,0 2 32,0 0-48,0-2 40,0 2 0,0-2 0,0 2 8,2 0 8,-2-2-16,2 2-8,-2-2-32,0 2 48,2 0-88,0-2-40,0 2-48,0 0-72,-2 0 248,2 0-760,-1 0 72,-1 0 688</inkml:trace>
  <inkml:trace contextRef="#ctx0" brushRef="#br0" timeOffset="1">66 6 2128,'0'0'0,"0"0"0,0-1 784,0 1-456,-1 0-160,0-2-80,1 2-88,-1 0 48,0-2-16,0 2-24,-1 0-16,2 0 8,-2 0-48,1 0-32,0 0-32,0 0-24,1 0 136,-1 0-168,0 0-8,0 0-32,0 0 8,1 0 200,0 0-208,0 0-16,0 0 8,0 0-96,0 0 1272,0 0-3088,0 0 2128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0:47:40.582"/>
    </inkml:context>
    <inkml:brush xml:id="br0">
      <inkml:brushProperty name="width" value="0.05" units="cm"/>
      <inkml:brushProperty name="height" value="0.05" units="cm"/>
    </inkml:brush>
  </inkml:definitions>
  <inkml:trace contextRef="#ctx0" brushRef="#br0">6 91 1112,'0'0'0,"0"0"536,0 0-536,0 0 256,0 0-64,0 0-72,0 0-40,0 0-728,-1 0 1360,0 0-648,0 0 24,0 0 8,1 0-96,-1 0 120,1 0 8,0 0 24,0 0 0,0 0-152,0 0 160,0 0 16,0 0-8,0 0 8,0 0-856,0 0 1528,0 0-696,0 0-16,0 0 16,0 0-1440,2 0 2720,0 0-1271,1 0 31,0 0 0,-3 0-192,3 0 200,0 0-16,0 0 8,5 0-32,-8 0-160,2-2 152,6 2 8,-5-2-32,6 2 24,-6 0-8,6 0-8,-6-2 16,8 2-32,-3 0 24,0-2-8,-1 2-40,1 0 32,-8 0-128,8 0 96,1-2 8,0 2 0,0-2 0,-9 2-104,10 0 96,1-2-8,-1 2-8,3-1 0,-13 1-80,13-2 32,0 2 40,0-2-24,0 0 16,-13 2-64,12-2 96,1 2-24,0-2-16,-1 2 0,-12 0-56,12-2-8,0 2 0,-1-2 80,0 2-8,-11 0-64,11-2 88,1 2-16,-1-2-48,0 2-16,-11 0-8,11-2 24,0 2 24,0-2-8,1 2 40,-12 0-80,11-2 89,2 2-57,0-2 8,-1 2-24,-12 0-16,16-2-8,-1 2 16,-1-2 16,0 0-16,-14 2-8,12-2 40,1 0-24,0 0 0,0 0-8,-13 2-8,12-2 32,1 2-8,-1-2 0,2 0 16,-14 2-40,14-2 32,0 0 32,0 2-24,-2-2-16,-12 2-24,13-2 48,-1 2-8,0-2-24,0 2 24,-12 0-40,12-2 24,-1 2-24,0-2 32,0 2-8,-11 0-24,11 0 24,0 0-8,0 0 8,1 0 0,-12 0-24,11 0 24,1 0 16,0 0-8,0 0-48,-12 0 16,12 0 0,0-2 0,0 2 16,1 0 32,-13 0-48,13 0 8,0 0 24,-1 0-48,0 0 16,-12 0 0,11 0 56,1 0-24,1 0 16,0 0 8,-13 0-56,12 0-16,0 0-16,-2 0 40,1 0-24,-11 0 16,10 0 8,0 0 24,-1 0-24,1-2 8,-10 2-16,9 0 16,-1 0-24,1 0 16,-1 0-8,-8 0 0,3 0 32,5 0-32,-6 0 24,1 0-8,-3 0-16,3 0 16,5 0 8,-5 0-8,-3 0-16,3 0 40,-1 0 16,0 0-16,0 0 0,-2 0-40,2 0 40,0 0-8,0 0-8,0 0-8,-2 0-16,2 0-16,1 0 24,-1-2 8,-1 2 8,-1 0-24,3 0 72,-1 0-56,1 0 24,-1 0-24,-2 0-16,3 0 16,0 0 24,0-2-40,0 2 24,-3 0-24,3 0 0,0-2-40,0 2 56,0 0 0,-3 0-16,3-2-48,0 2 136,5 0-80,-6 0 32,-2 0-40,3 0 56,0 0-64,5 0 56,-6-1-48,-2 1 0,3 0 24,0 0 32,4-2-56,-5 2 0,-2 0 0,3 0 0,6 0-24,-7 0 24,6 0 32,-8 0-32,2 0 24,6 0 8,-6 0 0,6 0-24,-8 0-8,2 0 0,7 0 8,-6 0-16,5 0 0,-8 0 8,3 0 16,6 0-32,-6 0 24,6 0 16,-9 0-24,3 0 0,6 0-16,-6 0 16,6 0-24,-9 0 24,2 0 16,6 0 8,-6 0-8,6 0-8,-8 0-8,2 0-24,5 0-8,-5 0 40,6 0 0,-8 0-8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0:47:45.075"/>
    </inkml:context>
    <inkml:brush xml:id="br0">
      <inkml:brushProperty name="width" value="0.05" units="cm"/>
      <inkml:brushProperty name="height" value="0.05" units="cm"/>
    </inkml:brush>
  </inkml:definitions>
  <inkml:trace contextRef="#ctx0" brushRef="#br0">10 499 808,'0'0'0,"0"0"848,0 0-848,0 0 408,-1 0-128,0 0-56,0 0-56,1 0-168,-1 0 136,0 0-40,0 0-8,0 0-8,1 0-80,-1 0 64,0 0 0,0 0 24,1 0 8,0 0-96,0 0 112,0 0 0,0 0-16,0 0-8,0 0-496,0 0 904,2 0-392,1 0 0,0 0 16,-3 0-120,3 0 144,5 0 0,-6 0-23,7 0 23,-9 0-144,3 0 128,7-2 0,-7 2 8,7-2-24,-10 2-112,8 0 120,1-2-16,0 2 0,1-2-8,-10 2-96,12 0 88,1-2-8,-1 2 8,2 0-40,-14 0-48,17 0 40,0 0-8,1 0 0,-2 0 0,-16 0-32,19 0 40,-1 0-16,-1 0 0,-1 0 0,-16 0-24,17 0 32,0 0-8,0 0-32,-17 0 8,16 0 32,1 0 24,0 0 0,0 0 0,-17 0-56,16 0 72,1-2-40,-1 2-24,1 0 0,-17 0-8,19 0 0,-2 0 8,2 0 0,0 0 24,-19 0-32,19 0 24,-1 1-24,0 0 8,1 0 0,-19-1-8,19 1-16,0 0 24,2-1 0,-1 1 0,-20-1-8,18 1 24,1-1-48,1 0 24,-1 0-16,-19 0 16,18 0 0,0 0 32,1 0-32,0-2 16,-19 2-16,17-2 8,1 2 0,0-2-16,0 0 0,-18 2 8,17-2-8,1 0 24,0 0 0,-1-1-16,-17 3 0,16-2 16,-1 0-24,1 0 24,-1 0 24,-15 2-40,15 0 24,-1-2-16,1 0 0,-1 0-24,-14 2 16,15-2 0,0 2 8,-1-2 0,0 0 16,-14 2-24,16-2 16,-1 0-16,1 0 24,-2 0-8,-14 2-16,15-2-8,0 1 16,1-2 0,0 0-8,-16 3 0,15-2 16,1 0-16,-1 0 24,0 0-24,-15 2 0,14-3 0,-2-5 16,0 6-16,0-1 32,-12 3-32,12-3 24,-1-5 8,-2 6 16,0-1 8,-9 3-56,8-10 72,1 8 24,0-1 16,-6-5-8,-3 8-104,12 0 104,-4-3-8,-5-5 8,8 6 8,-11 2-112,3-3 128,6 0-32,-7-5-16,0 8-40,-2 0-40,8-3 24,-6-5 48,1 6-32,5-1 56,-8 3-96,2-3 104,1-5-24,0 6 24,0-1-24,-3 3-80,3-3 88,0-5 0,0 6 0,0-1-8,-3 3-80,2-8 89,0 6 23,-2-6-16,2 5 8,-2 3-104,0-9 104,2 6-24,-2-8 32,2 8-8,-2 3-104,0-11 64,2 8 24,0-8-16,0 8 0,-2 3-72,2-11 80,0 3-24,0 0 8,0 0-8,-2 8-56,2-8 56,-1 0-32,2 0 32,0 0-40,-3 8-16,3-7 40,0-1 32,0 0-72,0 5 16,-3 3-16,3-12 32,0 4-32,0 0 152,0 0-8,-3 8-144,3-3 104,0-8 32,0 8-112,-1-7 40,-2 10-64,2-3 80,0-7-64,0 7 16,0-6 32,-2 9-64,2-3 8,0-6 32,0 6-32,-2-6-48,0 9 40,2-3 8,-2-6 16,2 7 0,-2-5 16,0 7-40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0:47:48.102"/>
    </inkml:context>
    <inkml:brush xml:id="br0">
      <inkml:brushProperty name="width" value="0.05" units="cm"/>
      <inkml:brushProperty name="height" value="0.05" units="cm"/>
    </inkml:brush>
  </inkml:definitions>
  <inkml:trace contextRef="#ctx0" brushRef="#br0">47 55 2192,'0'0'0,"0"0"600,0 0-600,-2 0 184,-1 0-80,-4-2-32,4 0-48,3 2-24,-4 0 32,-4-2-16,5 2 0,0-2-16,3 2 0,-4 0 8,1-2 0,0 2-8,1-2 8,2 2-8,-1-2 0,0 0 32,1 0-8,0 0 24,0 2-48,0-2 80,0 0 16,2 0 16,1-1 8,-3 3-120,3-3 112,0 0 16,0 1-24,5 0-8,-8 2-96,2-2 80,6 0-32,-6 0 0,5 0 8,-7 2-56,3-2 40,8 0-24,-8 1 16,8 1-16,-11 0-16,3-2 24,8 2 8,-8 0 8,8 0-16,-11 0-24,3 0 25,8 0 7,-9 0 8,9 0-8,-11 0-32,3 0 32,8 0-8,-8 0-16,8 1 0,-11-1-8,3 2 24,8-1-24,-3 1 0,-8-2 0,8 2 16,-1 0-8,2 0 0,0 0 16,-9-2-24,10 2 8,1 1 8,0-1-16,0 0 0,-11-2 0,10 2 16,0 0-40,0 0 40,0 1 8,-10-3-24,10 2 48,0 1 0,-1 1 16,0 0 8,-9-4-72,8 4 72,1 0 16,-1 0 0,0 4 0,-8-8-88,3 3 48,7 5 24,-7-5-16,0 6 0,-3-9-56,3 4 72,0 6 0,0-6 8,0 6 8,-3-10-88,2 4 112,-2 6 8,2-1-8,-2 0 24,0-9-136,0 8 160,0 2 0,0 0-16,0 1 8,0-11-152,-1 11 144,0-1 0,-1 0 16,-1-1-48,3-9-112,-3 10 32,0 0 40,0 0-16,0 0 8,3-10-64,-3 10 120,-1 0-56,1-1-16,0 1-24,3-10-24,-3 9 32,0 0-16,0 0 8,0 0 40,3-9-64,-2 9 8,0 0 8,0 0 8,0-1-24,2-8 0,-1 8 48,0 0-40,0 0-16,0 0 0,1-8 8,-1 8-24,0-4-40,1 6-64,0-6-112,0-4 240,0 9-352,0-6-168,0 6-144,0-6-104,0-3 768,0 9-856,0-6-25,0 6-119,2-5-88,-2-4 1088,2 9-1672,-2-9 1672</inkml:trace>
  <inkml:trace contextRef="#ctx0" brushRef="#br0" timeOffset="2638">546 354 2864,'0'0'0,"0"0"1152,0 0-608,0 0-255,0 0-289,0 0 128,0-2-48,0 2-32,2-2-24,-2 2-24,2 0 32,-1-2 0,1 2 8,1-2 24,-3 2-64,3 0 120,6-2 32,-6 2 48,7-2 40,-10 2-240,3 0 232,9-2 8,-4 0-48,1 0 16,-9 2-208,12-2 160,1 0-32,4-1-8,2 0-32,-19 3-88,18-3 72,-1 1 0,0 0-8,-1 0-32,-16 2-32,16-2 32,0 0-16,0 2-56,1-2 56,-17 2-16,18-2-32,-1 0 24,-1 2 24,4-2-32,-20 2 16,19-2-8,-1 0-24,-1 0-40,1 0-96,-18 2 168,18-1-312,0-1-120,-1 2-128,0-2-80,-17 2 640,17-2-696,0 0-17,-1 2-31,1-2-32,-17 2 776,16-2-784,0 0-344,-16 2 1128</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0:47:52.313"/>
    </inkml:context>
    <inkml:brush xml:id="br0">
      <inkml:brushProperty name="width" value="0.05" units="cm"/>
      <inkml:brushProperty name="height" value="0.05" units="cm"/>
    </inkml:brush>
  </inkml:definitions>
  <inkml:trace contextRef="#ctx0" brushRef="#br0">266 135 208,'0'0'0,"0"0"272,0 0-32,0 0-240,0 0 192,0 0-16,2 0 0,-2 0-16,0 0-160,2 0 176,-2 0 0,2 0-8,-2 0 0,0 0-168,2 0 192,-2-2-8,2 2 8,-2-2-8,0 2-184,2 0 208,-2-2-24,2 2 16,-2-2 24,0 2-224,2 0 216,-2-2 24,0 2 8,0-2 0,0 2-248,0 0 257,0-2 7,0 0-16,0 0 8,0 2-256,0-2 272,0 0-48,-1 0 24,0 0-16,1 2-232,-1-2 224,-1 0 32,0 0-56,-1 1 8,3 1-208,-3-2 176,0 0 40,-1 0 8,-4 0-16,8 2-208,-3-2 208,-1 0-24,-4 0-24,4 0-32,4 2-128,-9-3 144,5 0-24,-6 0 9,6 0-1,4 3-128,-11-3 96,3 0-32,0 0-24,0 0 16,8 3-56,-4-3-8,-6 0 56,6 0 32,-5 0-72,9 3-8,-4-3 72,-6 0-96,6 0-8,4 3 32,-9-3 32,6-5-96,-6 8 8,6-2-56,3 2 112,-8-3-184,5 0-16,0 0-65,-1 0-87,4 3 352,-3-3-440,1 0-104,1 0-96,0 1-48,1 2 688,-1-2-680,0 0 16,1 2 71,0 0 41,0 0 552,0 0-520,2 0 16,0 0 8,1 0 16,-3 0 480,9 0-448,-7 0 0,6 1-216,-8-1 664</inkml:trace>
  <inkml:trace contextRef="#ctx0" brushRef="#br0" timeOffset="418">372 101 1248,'0'0'0,"0"0"0,0 1 744,0 0-208,0 0-104,-1 1-56,1-2-376,-1 3 312,-1 1-32,0 0-16,-1 0 0,3-4-264,-3 4 289,0 0 7,-1 0 72,-4 4-56,8-8-312,-3 3 344,-1 1 16,-5 4-56,5-5 64,4-3-368,-10 4 360,6 4-112,-6-5-32,7 5-32,3-8-184,-11 4 128,1 7-8,-1-3-16,0 2-40,11-10-64,-13 12 64,-1 1-8,1 1-16,-1 1 8,14-15-48,-13 15 32,0 1-8,0-1 8,2-1-24,11-14-8,-12 15 0,0 0-32,0 2-80,0 1-48,12-18 160,-12 18-248,0 1-120,-1 1-48,1-2-160,12-18 576,-12 17-656,1 0-80,1-2-121,1 0-55,9-15 912,-3 13-1016,-4 0-40,6-1-472,1-12 1528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0:47:54.454"/>
    </inkml:context>
    <inkml:brush xml:id="br0">
      <inkml:brushProperty name="width" value="0.05" units="cm"/>
      <inkml:brushProperty name="height" value="0.05" units="cm"/>
    </inkml:brush>
  </inkml:definitions>
  <inkml:trace contextRef="#ctx0" brushRef="#br0">279 70 648,'0'0'0,"0"0"0,0 0 528,2 0-320,0-3-128,0 0-40,-2 3-40,2-3 16,0 0-8,0 0-8,0 0 0,-2 3 0,2-3 0,0 0-8,0 0 24,1 0 0,-3 3-16,3-3 48,0 0 56,-1 0 24,1 0 48,-3 3-176,2-3 176,0 0 8,0 0-32,0 0 0,-2 3-152,2-3 136,0 1-8,0 0 16,-2 0-8,0 2-136,2-2 160,-2 0 8,2 2 0,-2-2 8,0 2-176,0 0 168,0 0 16,0 0-8,0 0 0,0 0-880,0 0 1601,-1 2-721,-2 1 40,0 0 0,3-3-216,-3 3 192,0 5 16,0-5-24,-1 5 16,4-8-200,-7 4 232,4 7 0,-5-2 24,4 3-32,4-12-224,-11 13 216,2 0 16,-2 4-32,0 1-8,11-18-192,-10 17 184,-1-1-16,1 3-16,1-2-24,9-17-128,-9 17 136,1 0-16,0-2-16,0 1 56,8-16-160,-8 16 144,5-1-7,-7-1 7,6 1-32,4-15-112,-9 15 128,6 0-8,-5-1-32,5-1 8,3-13-96,-3 13 64,-1 0-8,1-1-32,0 0-24,3-12 0,-1 11-40,0 0 40,1-1 32,0 0 32,0-10-64,0 10 48,0-2-8,2-4-40,0 6 8,-2-10-8,3 3 16,5 5-8,-6-5 32,1 0-16,-3-3-24,9 4 8,-7-1-16,6 1-8,-6-1 0,-2-3 16,8 2-32,-5-1-16,7 0-40,-7 0-80,-3-1 168,11 1-208,-8-1-56,8 0-97,-3 0-15,-8 0 376,9-2-480,0-1-40,0-5-32,0 6-56,-9 2 608,10-8-600,0 5-8,1-9-16,1 3 31,-12 9 593,12-9-568,-1 0 16,0-1 48,-1 1-16,-10 9 520,9-8-504,-1-1 16,-5-1-104,7 0 24,-10 10 568</inkml:trace>
  <inkml:trace contextRef="#ctx0" brushRef="#br0" timeOffset="394">21 290 2608,'0'0'0,"0"1"1048,-2-1-600,2 0-448,-2 0 224,-1 0-128,-1 0-40,1 0-32,3 0-24,-3-2-8,1 2 32,1-2-8,1 2 8,0 0-24,2 0 24,1-2-24,7 2 40,-3-2 41,-7 2-81,9-2 120,2 0 24,0 0 8,7-1-24,-18 3-128,22-9 104,4 7-32,2-7-40,-1 7-16,-27 2-16,29-8 8,-1 6 24,-1 0-32,0-1-8,-27 3 8,27-3-16,0 1-64,1 1-32,-2-1-136,-26 2 248,27 0-489,1-2-223,-4 2-224,1 0-104,-25 0 1040,25 0-1600,-25 0 1600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0:47:56.171"/>
    </inkml:context>
    <inkml:brush xml:id="br0">
      <inkml:brushProperty name="width" value="0.05" units="cm"/>
      <inkml:brushProperty name="height" value="0.05" units="cm"/>
    </inkml:brush>
  </inkml:definitions>
  <inkml:trace contextRef="#ctx0" brushRef="#br0">31 50 1936,'0'0'0,"0"1"872,0-1-872,0 0 416,0 0-208,-1 0-128,0 0-16,1 0-64,-1 0 16,0 0-24,0 0 24,0 0-16,1 0 0,0 0 24,-1 0 0,1 0 8,0 0 24,0 0-56,0 0 64,0 0 24,0 0-8,0 0-24,0 0-344,-1 0 672,0 0-264,1 0-16,-1 0 32,1 0-136,-1 1 120,0 2 9,0 0 23,0 0-16,1-3-136,-1 3 152,1 0-24,-1 0-16,0 0 0,1-3-112,-1 4 128,0 0-32,1 0-16,-1 0 0,1-4-80,0 4 48,-1-1 8,0 1 0,0 0-32,1-4-24,-1 4 32,0 0-32,0 0 32,1 0-16,0-4-16,0 4 16,-1 0 16,1-1-24,-1 0 0,1-3-8,0 3 40,-1 0-16,1 0-16,-1 0 16,1-3-24,0 2 24,0 0 8,0 0-16,0 0 0,0-2-16,0 1 8,0 0 8,0 0 8,0 0 24,0-1-48,0 1 32,0-1 16,0 0-24,0 0-8,0 0-16,0-2-24,0 0 40,2 0 40,-2-1-8,0 3-48,2-3 56,-2-5-16,2 6-40,0-6 16,-2 8-16,2-2 16,0-6-8,0 6 16,1-6 0,-3 8-24,3-2 40,0-6-8,-1 6-8,6-5 8,-8 7-32,2-2 48,1-6-16,6 6 8,-7-6-24,-2 8-16,8-2-8,-6-6 24,6 6-8,-8 2-8,2-8 24,6 6-8,-5-1-40,6-5 24,-9 8 0,3-2-24,4-1 0,-5 0 48,6 0 8,-8 3-32,2-3 16,6 1 8,-6 1 32,1-1-32,-3 2-24,3-2 56,5 2 56,-8 0-56,3 0 24,-3 0-80,3 0 56,0 0-24,-1 2 24,0 0 0,-2-2-56,2 3 56,0 0 24,0 0 0,0 0-48,-2-3-32,2 3 80,-2 0-16,2 1-16,-2-4-48,0 4 80,2 0-40,-2-1 8,2 1 0,-2-1-8,0-3-40,0 4 24,0-1-24,0 0 48,0 0-16,0-3-32,2 3 16,-2 1 16,0-1-32,2 0 32,-2-3-32,0 3 40,2 0-32,-2-2 0,1 1-8,-1-2 0,0 2 8,2-1 0,-2 0 24,2 0-56,-2-1 24,0 1 8,2 0 24,-2-1-48,2 0 56,-2 0-40,2 0-8,0-2 16,0 0 16,0 0-24,-2 2 0,2-2 16,0 0-48,0-1 16,1 0 0,-3 3 16,3-3 8,0 0-8,0-5 16,5 6-24,-8 2 8,2-8-16,1 6 8,6-6-8,-6 6 16,-3 2 0,9-8-40,-6 6 32,6-6 40,-6 6-8,-3 2-24,11-3 40,-8-4-8,8 5-56,-8-1-24,-3 3 48,10-3 40,-7 0-16,6 0-40,-6 0 72,-3 3-56,8-2-40,-7 2 24,7 0 16,-6 0-32,-2 0 32,3 0 0,0 1 8,0 0-8,0 2 40,-3-3-40,3 3 64,-1 0-24,-2 1 16,2 3-8,-2-7-48,0 3 8,2 1 16,-2 5-16,2-6 8,-2-3-16</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0:47:59.613"/>
    </inkml:context>
    <inkml:brush xml:id="br0">
      <inkml:brushProperty name="width" value="0.05" units="cm"/>
      <inkml:brushProperty name="height" value="0.05" units="cm"/>
    </inkml:brush>
  </inkml:definitions>
  <inkml:trace contextRef="#ctx0" brushRef="#br0">15 22 2888,'0'0'0,"0"0"1817,0-2-1249,-1-1-360,1 3-208,-1-3 24,-1-5-256,0 8-296,0-2-233,0 0-143,0 0-16,0 2 80,1 0-328,1 0 1168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0:47:59.264"/>
    </inkml:context>
    <inkml:brush xml:id="br0">
      <inkml:brushProperty name="width" value="0.05" units="cm"/>
      <inkml:brushProperty name="height" value="0.05" units="cm"/>
    </inkml:brush>
  </inkml:definitions>
  <inkml:trace contextRef="#ctx0" brushRef="#br0">16 12 1920,'0'0'0,"0"1"1080,0 0-520,0-1-560,0 0 320,-1 0-152,0 0-56,1 0-112,-1 0 48,0 0-16,0 1 8,0 0-24,0 0 16,1-1-32,0 1 72,0 0 16,0 0 56,0 0 33,0-1-177,0 1 168,0 0-8,-1 1-48,1 0-16,0-2-96,-1 3 80,1 0-8,0 0 24,-1-1-32,1-2-64,-1 3 24,0 1 24,0 0-64,0 0 16,1-4 0,0 8 40,0-5-40,-1 1 8,1 4 0,0-8-8,0 3-64,0 6-16,0-6-56,0 5-104,0-8 240,0 3-272,0 1-73,0 3-63,0-4-8,0-3 416,0 4-416,0 0-32,0 0 32,0 0 0,0-4 416,0 3-432,2 0 32,-2 0 32,2 0-24,-2-3 392,0 2-512,0-2 512</inkml:trace>
  <inkml:trace contextRef="#ctx0" brushRef="#br0" timeOffset="1601">197 50 688,'0'0'0,"-1"0"304,0 0-80,1 0-224,-1 0 168,0 1-40,-1 0-8,0 0-32,2-1-88,-2 1 104,-1 0 0,1 0 0,-1 0 8,3-1-112,-2 1 112,0 0 8,0 0-16,0 0 8,2-1-112,-2 1 88,0 0-8,1 0-16,0 0 0,1-1-64,-1 1 48,0 0-16,0 0-8,0 0 0,1-1-24,0 1 16,0 0-8,0 0 24,0 0 0,0-1-32,0 2 48,0 1 0,0 0-16,0 0-8,0-3-24,2 3 24,-2 0 0,2 0 0,-2 0-16,0-3-8,2 3 16,-2 0-24,0 0-16,0 1 24,0-4 0,0 3-24,0 1 32,0 0 24,0 0-24,0-4-8,0 3 24,0 0-16,0 0-8,0 0 16,0-3-16,0 3 8,0 0 24,0 0-8,0-1-16,0-2-8,0 2 32,0 0-16,0 0-16,0-1 16,0-1-16,0 1-16,0 0 32,0 0 0,0-1-8,0 0-8,0 0 8,0 0 0,2 0 8,-2 0-16,0 0 8,2-2 24,-2 0-32,2-1 40,-2 3-40,0-3 40,2 0-24,-2-5 8,2 6-16,-2 2-8,0-3 0,2-5 0,0 6 24,0-6 0,-2 8-24,2-2 48,0 0 8,0-6-16,1 6 16,-3 2-56,3-8 24,0 6 24,0-6 24,5 6 0,-8 2-72,2-8 80,1 6 24,0-1-24,5-5 0,-8 8-80,1-2 24,2-1-40,6 0 32,-6-5-16,-3 8 0,10-2 24,-7-1 0,8 1 0,-8-1 1,-3 3-25,11-3 24,-8 0 0,8 0-24,-4 0 16,-7 3-16,3-3 24,9 1 8,-4 0 8,-5 0-8,-3 2-32,11-2 16,-3 0 24,0 0 8,0 0-80,-8 2 32,8 0 8,-5-2 0,7 2-8,-7 0 40,-3 0-40,11 0 0,-8 0-24,6 2-16,-6 1 24,-3-3 16,8 3-24,-6 0 48,1 0-8,0 0 0,-3-3-16,3 3 24,-1 1-24,0 0 32,0 4-8,-2-8-24,2 2 32,-2 2-8,2 4-32,-2-5-16,0-3 24,0 4-8,0 4 0,0-5 8,0 6-48,0-9 48,-1 3-136,0 6-89,0-6-87,0 6-72,1-9 384,-1 3-408,0 5-56,0-4-96,1 6-64,0-10 624,0 4-680,0 6-320,0-10 1000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25D46-A9A5-805B-E9C6-542CDD2020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D73A99E-0516-6D1A-F10D-1E38CB9C6C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C69BAE6-9708-7894-C1D4-86878249746D}"/>
              </a:ext>
            </a:extLst>
          </p:cNvPr>
          <p:cNvSpPr>
            <a:spLocks noGrp="1"/>
          </p:cNvSpPr>
          <p:nvPr>
            <p:ph type="dt" sz="half" idx="10"/>
          </p:nvPr>
        </p:nvSpPr>
        <p:spPr/>
        <p:txBody>
          <a:bodyPr/>
          <a:lstStyle/>
          <a:p>
            <a:fld id="{B7855D73-2A08-4EDA-B5E6-0312BC97341F}" type="datetimeFigureOut">
              <a:rPr lang="en-US" smtClean="0"/>
              <a:t>6/15/2026</a:t>
            </a:fld>
            <a:endParaRPr lang="en-US"/>
          </a:p>
        </p:txBody>
      </p:sp>
      <p:sp>
        <p:nvSpPr>
          <p:cNvPr id="5" name="Footer Placeholder 4">
            <a:extLst>
              <a:ext uri="{FF2B5EF4-FFF2-40B4-BE49-F238E27FC236}">
                <a16:creationId xmlns:a16="http://schemas.microsoft.com/office/drawing/2014/main" id="{E36EA118-6672-20AA-8837-7326858528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E6FEDA-2741-099E-B04F-765D388721C3}"/>
              </a:ext>
            </a:extLst>
          </p:cNvPr>
          <p:cNvSpPr>
            <a:spLocks noGrp="1"/>
          </p:cNvSpPr>
          <p:nvPr>
            <p:ph type="sldNum" sz="quarter" idx="12"/>
          </p:nvPr>
        </p:nvSpPr>
        <p:spPr/>
        <p:txBody>
          <a:bodyPr/>
          <a:lstStyle/>
          <a:p>
            <a:fld id="{FB689A47-778C-4FDF-8840-9A1F2402DC29}" type="slidenum">
              <a:rPr lang="en-US" smtClean="0"/>
              <a:t>‹#›</a:t>
            </a:fld>
            <a:endParaRPr lang="en-US"/>
          </a:p>
        </p:txBody>
      </p:sp>
    </p:spTree>
    <p:extLst>
      <p:ext uri="{BB962C8B-B14F-4D97-AF65-F5344CB8AC3E}">
        <p14:creationId xmlns:p14="http://schemas.microsoft.com/office/powerpoint/2010/main" val="2446642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296E9-BC7F-4F2E-C3FA-AAAEAF4999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5D2ECD-6561-B124-C4D0-EC331759C5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B9F52-4416-1509-6C71-86DD49638768}"/>
              </a:ext>
            </a:extLst>
          </p:cNvPr>
          <p:cNvSpPr>
            <a:spLocks noGrp="1"/>
          </p:cNvSpPr>
          <p:nvPr>
            <p:ph type="dt" sz="half" idx="10"/>
          </p:nvPr>
        </p:nvSpPr>
        <p:spPr/>
        <p:txBody>
          <a:bodyPr/>
          <a:lstStyle/>
          <a:p>
            <a:fld id="{B7855D73-2A08-4EDA-B5E6-0312BC97341F}" type="datetimeFigureOut">
              <a:rPr lang="en-US" smtClean="0"/>
              <a:t>6/15/2026</a:t>
            </a:fld>
            <a:endParaRPr lang="en-US"/>
          </a:p>
        </p:txBody>
      </p:sp>
      <p:sp>
        <p:nvSpPr>
          <p:cNvPr id="5" name="Footer Placeholder 4">
            <a:extLst>
              <a:ext uri="{FF2B5EF4-FFF2-40B4-BE49-F238E27FC236}">
                <a16:creationId xmlns:a16="http://schemas.microsoft.com/office/drawing/2014/main" id="{8132660A-5504-2D0E-AED1-A6A1B905BE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569BDF-AD21-E4D4-2DF9-6C2DE7099D01}"/>
              </a:ext>
            </a:extLst>
          </p:cNvPr>
          <p:cNvSpPr>
            <a:spLocks noGrp="1"/>
          </p:cNvSpPr>
          <p:nvPr>
            <p:ph type="sldNum" sz="quarter" idx="12"/>
          </p:nvPr>
        </p:nvSpPr>
        <p:spPr/>
        <p:txBody>
          <a:bodyPr/>
          <a:lstStyle/>
          <a:p>
            <a:fld id="{FB689A47-778C-4FDF-8840-9A1F2402DC29}" type="slidenum">
              <a:rPr lang="en-US" smtClean="0"/>
              <a:t>‹#›</a:t>
            </a:fld>
            <a:endParaRPr lang="en-US"/>
          </a:p>
        </p:txBody>
      </p:sp>
    </p:spTree>
    <p:extLst>
      <p:ext uri="{BB962C8B-B14F-4D97-AF65-F5344CB8AC3E}">
        <p14:creationId xmlns:p14="http://schemas.microsoft.com/office/powerpoint/2010/main" val="3311312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D0C1B-96D9-5E26-4348-92177898E8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F068EFE-0740-B2DB-763E-464BACA9F72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F842C8-7160-3504-A92A-51EC58A05EA1}"/>
              </a:ext>
            </a:extLst>
          </p:cNvPr>
          <p:cNvSpPr>
            <a:spLocks noGrp="1"/>
          </p:cNvSpPr>
          <p:nvPr>
            <p:ph type="dt" sz="half" idx="10"/>
          </p:nvPr>
        </p:nvSpPr>
        <p:spPr/>
        <p:txBody>
          <a:bodyPr/>
          <a:lstStyle/>
          <a:p>
            <a:fld id="{B7855D73-2A08-4EDA-B5E6-0312BC97341F}" type="datetimeFigureOut">
              <a:rPr lang="en-US" smtClean="0"/>
              <a:t>6/15/2026</a:t>
            </a:fld>
            <a:endParaRPr lang="en-US"/>
          </a:p>
        </p:txBody>
      </p:sp>
      <p:sp>
        <p:nvSpPr>
          <p:cNvPr id="5" name="Footer Placeholder 4">
            <a:extLst>
              <a:ext uri="{FF2B5EF4-FFF2-40B4-BE49-F238E27FC236}">
                <a16:creationId xmlns:a16="http://schemas.microsoft.com/office/drawing/2014/main" id="{2AA50FC5-0687-5A23-81B8-A09BB4E474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B065B7-A152-3CDC-977C-845146B58AD3}"/>
              </a:ext>
            </a:extLst>
          </p:cNvPr>
          <p:cNvSpPr>
            <a:spLocks noGrp="1"/>
          </p:cNvSpPr>
          <p:nvPr>
            <p:ph type="sldNum" sz="quarter" idx="12"/>
          </p:nvPr>
        </p:nvSpPr>
        <p:spPr/>
        <p:txBody>
          <a:bodyPr/>
          <a:lstStyle/>
          <a:p>
            <a:fld id="{FB689A47-778C-4FDF-8840-9A1F2402DC29}" type="slidenum">
              <a:rPr lang="en-US" smtClean="0"/>
              <a:t>‹#›</a:t>
            </a:fld>
            <a:endParaRPr lang="en-US"/>
          </a:p>
        </p:txBody>
      </p:sp>
    </p:spTree>
    <p:extLst>
      <p:ext uri="{BB962C8B-B14F-4D97-AF65-F5344CB8AC3E}">
        <p14:creationId xmlns:p14="http://schemas.microsoft.com/office/powerpoint/2010/main" val="159184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97D40-6ACF-9342-9ADB-A2EDB75CCD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BF53A4-1A8C-6A46-9868-BFC8C469AD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A243D-4552-3914-088C-2765CF8D36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E82E24-3DFD-AB22-F03F-7AA2A05E5626}"/>
              </a:ext>
            </a:extLst>
          </p:cNvPr>
          <p:cNvSpPr>
            <a:spLocks noGrp="1"/>
          </p:cNvSpPr>
          <p:nvPr>
            <p:ph type="dt" sz="half" idx="10"/>
          </p:nvPr>
        </p:nvSpPr>
        <p:spPr/>
        <p:txBody>
          <a:bodyPr/>
          <a:lstStyle/>
          <a:p>
            <a:fld id="{B7855D73-2A08-4EDA-B5E6-0312BC97341F}" type="datetimeFigureOut">
              <a:rPr lang="en-US" smtClean="0"/>
              <a:t>6/15/2026</a:t>
            </a:fld>
            <a:endParaRPr lang="en-US"/>
          </a:p>
        </p:txBody>
      </p:sp>
      <p:sp>
        <p:nvSpPr>
          <p:cNvPr id="6" name="Footer Placeholder 5">
            <a:extLst>
              <a:ext uri="{FF2B5EF4-FFF2-40B4-BE49-F238E27FC236}">
                <a16:creationId xmlns:a16="http://schemas.microsoft.com/office/drawing/2014/main" id="{17949032-88A6-F7C1-A5F0-069F50431E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1D8F2C-DCF7-4B6B-4089-A8220ADFD60F}"/>
              </a:ext>
            </a:extLst>
          </p:cNvPr>
          <p:cNvSpPr>
            <a:spLocks noGrp="1"/>
          </p:cNvSpPr>
          <p:nvPr>
            <p:ph type="sldNum" sz="quarter" idx="12"/>
          </p:nvPr>
        </p:nvSpPr>
        <p:spPr/>
        <p:txBody>
          <a:bodyPr/>
          <a:lstStyle/>
          <a:p>
            <a:fld id="{FB689A47-778C-4FDF-8840-9A1F2402DC29}" type="slidenum">
              <a:rPr lang="en-US" smtClean="0"/>
              <a:t>‹#›</a:t>
            </a:fld>
            <a:endParaRPr lang="en-US"/>
          </a:p>
        </p:txBody>
      </p:sp>
    </p:spTree>
    <p:extLst>
      <p:ext uri="{BB962C8B-B14F-4D97-AF65-F5344CB8AC3E}">
        <p14:creationId xmlns:p14="http://schemas.microsoft.com/office/powerpoint/2010/main" val="1724398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BDF16-7CFE-5F4F-3D53-E7FE853DA7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C994357-D835-E838-9C9E-1CF0A34F99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764256-CE17-725F-13CC-3778A6E705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6EFED6-886A-6E92-145B-1589C10CB5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6D3484-B5B3-2FEF-F32A-D347E15CA1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AE23B2-7597-160A-7C34-B053B3166633}"/>
              </a:ext>
            </a:extLst>
          </p:cNvPr>
          <p:cNvSpPr>
            <a:spLocks noGrp="1"/>
          </p:cNvSpPr>
          <p:nvPr>
            <p:ph type="dt" sz="half" idx="10"/>
          </p:nvPr>
        </p:nvSpPr>
        <p:spPr/>
        <p:txBody>
          <a:bodyPr/>
          <a:lstStyle/>
          <a:p>
            <a:fld id="{B7855D73-2A08-4EDA-B5E6-0312BC97341F}" type="datetimeFigureOut">
              <a:rPr lang="en-US" smtClean="0"/>
              <a:t>6/15/2026</a:t>
            </a:fld>
            <a:endParaRPr lang="en-US"/>
          </a:p>
        </p:txBody>
      </p:sp>
      <p:sp>
        <p:nvSpPr>
          <p:cNvPr id="8" name="Footer Placeholder 7">
            <a:extLst>
              <a:ext uri="{FF2B5EF4-FFF2-40B4-BE49-F238E27FC236}">
                <a16:creationId xmlns:a16="http://schemas.microsoft.com/office/drawing/2014/main" id="{7070C4AB-8716-8E5D-42F8-992AE694AA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137D10-F8A9-14A0-6B51-582D90700CC1}"/>
              </a:ext>
            </a:extLst>
          </p:cNvPr>
          <p:cNvSpPr>
            <a:spLocks noGrp="1"/>
          </p:cNvSpPr>
          <p:nvPr>
            <p:ph type="sldNum" sz="quarter" idx="12"/>
          </p:nvPr>
        </p:nvSpPr>
        <p:spPr/>
        <p:txBody>
          <a:bodyPr/>
          <a:lstStyle/>
          <a:p>
            <a:fld id="{FB689A47-778C-4FDF-8840-9A1F2402DC29}" type="slidenum">
              <a:rPr lang="en-US" smtClean="0"/>
              <a:t>‹#›</a:t>
            </a:fld>
            <a:endParaRPr lang="en-US"/>
          </a:p>
        </p:txBody>
      </p:sp>
    </p:spTree>
    <p:extLst>
      <p:ext uri="{BB962C8B-B14F-4D97-AF65-F5344CB8AC3E}">
        <p14:creationId xmlns:p14="http://schemas.microsoft.com/office/powerpoint/2010/main" val="1240506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3BF4B-1E4B-B06F-6431-E1485D58AD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4F5BFE1-F1BD-60ED-26D8-3B2A09CE0EA3}"/>
              </a:ext>
            </a:extLst>
          </p:cNvPr>
          <p:cNvSpPr>
            <a:spLocks noGrp="1"/>
          </p:cNvSpPr>
          <p:nvPr>
            <p:ph type="dt" sz="half" idx="10"/>
          </p:nvPr>
        </p:nvSpPr>
        <p:spPr/>
        <p:txBody>
          <a:bodyPr/>
          <a:lstStyle/>
          <a:p>
            <a:fld id="{B7855D73-2A08-4EDA-B5E6-0312BC97341F}" type="datetimeFigureOut">
              <a:rPr lang="en-US" smtClean="0"/>
              <a:t>6/15/2026</a:t>
            </a:fld>
            <a:endParaRPr lang="en-US"/>
          </a:p>
        </p:txBody>
      </p:sp>
      <p:sp>
        <p:nvSpPr>
          <p:cNvPr id="4" name="Footer Placeholder 3">
            <a:extLst>
              <a:ext uri="{FF2B5EF4-FFF2-40B4-BE49-F238E27FC236}">
                <a16:creationId xmlns:a16="http://schemas.microsoft.com/office/drawing/2014/main" id="{9825AEBE-E6BA-475D-1C90-F9A589ABBB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1F25FF-7354-7EBF-03E2-00B90179883D}"/>
              </a:ext>
            </a:extLst>
          </p:cNvPr>
          <p:cNvSpPr>
            <a:spLocks noGrp="1"/>
          </p:cNvSpPr>
          <p:nvPr>
            <p:ph type="sldNum" sz="quarter" idx="12"/>
          </p:nvPr>
        </p:nvSpPr>
        <p:spPr/>
        <p:txBody>
          <a:bodyPr/>
          <a:lstStyle/>
          <a:p>
            <a:fld id="{FB689A47-778C-4FDF-8840-9A1F2402DC29}" type="slidenum">
              <a:rPr lang="en-US" smtClean="0"/>
              <a:t>‹#›</a:t>
            </a:fld>
            <a:endParaRPr lang="en-US"/>
          </a:p>
        </p:txBody>
      </p:sp>
    </p:spTree>
    <p:extLst>
      <p:ext uri="{BB962C8B-B14F-4D97-AF65-F5344CB8AC3E}">
        <p14:creationId xmlns:p14="http://schemas.microsoft.com/office/powerpoint/2010/main" val="3849499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AFCC82-9BE3-7DA0-E0B6-AC000C387C55}"/>
              </a:ext>
            </a:extLst>
          </p:cNvPr>
          <p:cNvSpPr>
            <a:spLocks noGrp="1"/>
          </p:cNvSpPr>
          <p:nvPr>
            <p:ph type="dt" sz="half" idx="10"/>
          </p:nvPr>
        </p:nvSpPr>
        <p:spPr/>
        <p:txBody>
          <a:bodyPr/>
          <a:lstStyle/>
          <a:p>
            <a:fld id="{B7855D73-2A08-4EDA-B5E6-0312BC97341F}" type="datetimeFigureOut">
              <a:rPr lang="en-US" smtClean="0"/>
              <a:t>6/15/2026</a:t>
            </a:fld>
            <a:endParaRPr lang="en-US"/>
          </a:p>
        </p:txBody>
      </p:sp>
      <p:sp>
        <p:nvSpPr>
          <p:cNvPr id="3" name="Footer Placeholder 2">
            <a:extLst>
              <a:ext uri="{FF2B5EF4-FFF2-40B4-BE49-F238E27FC236}">
                <a16:creationId xmlns:a16="http://schemas.microsoft.com/office/drawing/2014/main" id="{A3871516-262C-F0B3-2912-8D4493F1AE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2194A82-80E8-547C-6A9B-0B3A60FAF5A9}"/>
              </a:ext>
            </a:extLst>
          </p:cNvPr>
          <p:cNvSpPr>
            <a:spLocks noGrp="1"/>
          </p:cNvSpPr>
          <p:nvPr>
            <p:ph type="sldNum" sz="quarter" idx="12"/>
          </p:nvPr>
        </p:nvSpPr>
        <p:spPr/>
        <p:txBody>
          <a:bodyPr/>
          <a:lstStyle/>
          <a:p>
            <a:fld id="{FB689A47-778C-4FDF-8840-9A1F2402DC29}" type="slidenum">
              <a:rPr lang="en-US" smtClean="0"/>
              <a:t>‹#›</a:t>
            </a:fld>
            <a:endParaRPr lang="en-US"/>
          </a:p>
        </p:txBody>
      </p:sp>
    </p:spTree>
    <p:extLst>
      <p:ext uri="{BB962C8B-B14F-4D97-AF65-F5344CB8AC3E}">
        <p14:creationId xmlns:p14="http://schemas.microsoft.com/office/powerpoint/2010/main" val="3452367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0123E-50AB-AF24-E01D-432DC0F2A0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7F7FCD-DC01-CA1B-946A-51EC23F3F5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C85934-5DC3-D5EF-9057-FEE7A2B3A9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E1C45A-F39C-5F6B-BE55-99F70AF0AF61}"/>
              </a:ext>
            </a:extLst>
          </p:cNvPr>
          <p:cNvSpPr>
            <a:spLocks noGrp="1"/>
          </p:cNvSpPr>
          <p:nvPr>
            <p:ph type="dt" sz="half" idx="10"/>
          </p:nvPr>
        </p:nvSpPr>
        <p:spPr/>
        <p:txBody>
          <a:bodyPr/>
          <a:lstStyle/>
          <a:p>
            <a:fld id="{B7855D73-2A08-4EDA-B5E6-0312BC97341F}" type="datetimeFigureOut">
              <a:rPr lang="en-US" smtClean="0"/>
              <a:t>6/15/2026</a:t>
            </a:fld>
            <a:endParaRPr lang="en-US"/>
          </a:p>
        </p:txBody>
      </p:sp>
      <p:sp>
        <p:nvSpPr>
          <p:cNvPr id="6" name="Footer Placeholder 5">
            <a:extLst>
              <a:ext uri="{FF2B5EF4-FFF2-40B4-BE49-F238E27FC236}">
                <a16:creationId xmlns:a16="http://schemas.microsoft.com/office/drawing/2014/main" id="{18E3BE3D-839F-2BBD-FC98-90F9586855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D02E5E-8610-27E1-8BCE-B990A212EF10}"/>
              </a:ext>
            </a:extLst>
          </p:cNvPr>
          <p:cNvSpPr>
            <a:spLocks noGrp="1"/>
          </p:cNvSpPr>
          <p:nvPr>
            <p:ph type="sldNum" sz="quarter" idx="12"/>
          </p:nvPr>
        </p:nvSpPr>
        <p:spPr/>
        <p:txBody>
          <a:bodyPr/>
          <a:lstStyle/>
          <a:p>
            <a:fld id="{FB689A47-778C-4FDF-8840-9A1F2402DC29}" type="slidenum">
              <a:rPr lang="en-US" smtClean="0"/>
              <a:t>‹#›</a:t>
            </a:fld>
            <a:endParaRPr lang="en-US"/>
          </a:p>
        </p:txBody>
      </p:sp>
    </p:spTree>
    <p:extLst>
      <p:ext uri="{BB962C8B-B14F-4D97-AF65-F5344CB8AC3E}">
        <p14:creationId xmlns:p14="http://schemas.microsoft.com/office/powerpoint/2010/main" val="1767928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29160-6F37-EAF4-5C96-3AA8F14B7B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105C11-1D2C-22B0-E70B-2A93359C5B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492B70-6F4E-19C9-F04A-24CD0426A0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8C8061-85AE-4C41-C9BB-D9977810EB84}"/>
              </a:ext>
            </a:extLst>
          </p:cNvPr>
          <p:cNvSpPr>
            <a:spLocks noGrp="1"/>
          </p:cNvSpPr>
          <p:nvPr>
            <p:ph type="dt" sz="half" idx="10"/>
          </p:nvPr>
        </p:nvSpPr>
        <p:spPr/>
        <p:txBody>
          <a:bodyPr/>
          <a:lstStyle/>
          <a:p>
            <a:fld id="{B7855D73-2A08-4EDA-B5E6-0312BC97341F}" type="datetimeFigureOut">
              <a:rPr lang="en-US" smtClean="0"/>
              <a:t>6/15/2026</a:t>
            </a:fld>
            <a:endParaRPr lang="en-US"/>
          </a:p>
        </p:txBody>
      </p:sp>
      <p:sp>
        <p:nvSpPr>
          <p:cNvPr id="6" name="Footer Placeholder 5">
            <a:extLst>
              <a:ext uri="{FF2B5EF4-FFF2-40B4-BE49-F238E27FC236}">
                <a16:creationId xmlns:a16="http://schemas.microsoft.com/office/drawing/2014/main" id="{5D2D5332-889C-5E92-5B68-A9EF3D4D67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F8C748-2EB5-7D4D-B689-E2853C5EC13A}"/>
              </a:ext>
            </a:extLst>
          </p:cNvPr>
          <p:cNvSpPr>
            <a:spLocks noGrp="1"/>
          </p:cNvSpPr>
          <p:nvPr>
            <p:ph type="sldNum" sz="quarter" idx="12"/>
          </p:nvPr>
        </p:nvSpPr>
        <p:spPr/>
        <p:txBody>
          <a:bodyPr/>
          <a:lstStyle/>
          <a:p>
            <a:fld id="{FB689A47-778C-4FDF-8840-9A1F2402DC29}" type="slidenum">
              <a:rPr lang="en-US" smtClean="0"/>
              <a:t>‹#›</a:t>
            </a:fld>
            <a:endParaRPr lang="en-US"/>
          </a:p>
        </p:txBody>
      </p:sp>
    </p:spTree>
    <p:extLst>
      <p:ext uri="{BB962C8B-B14F-4D97-AF65-F5344CB8AC3E}">
        <p14:creationId xmlns:p14="http://schemas.microsoft.com/office/powerpoint/2010/main" val="3884603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CFCE0-EB17-292B-1962-20B1A6E0240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6A972D-18EA-6807-F8EF-94F6042BAC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271528-974E-21D4-06D0-C267809970D5}"/>
              </a:ext>
            </a:extLst>
          </p:cNvPr>
          <p:cNvSpPr>
            <a:spLocks noGrp="1"/>
          </p:cNvSpPr>
          <p:nvPr>
            <p:ph type="dt" sz="half" idx="10"/>
          </p:nvPr>
        </p:nvSpPr>
        <p:spPr/>
        <p:txBody>
          <a:bodyPr/>
          <a:lstStyle/>
          <a:p>
            <a:fld id="{B7855D73-2A08-4EDA-B5E6-0312BC97341F}" type="datetimeFigureOut">
              <a:rPr lang="en-US" smtClean="0"/>
              <a:t>6/15/2026</a:t>
            </a:fld>
            <a:endParaRPr lang="en-US"/>
          </a:p>
        </p:txBody>
      </p:sp>
      <p:sp>
        <p:nvSpPr>
          <p:cNvPr id="5" name="Footer Placeholder 4">
            <a:extLst>
              <a:ext uri="{FF2B5EF4-FFF2-40B4-BE49-F238E27FC236}">
                <a16:creationId xmlns:a16="http://schemas.microsoft.com/office/drawing/2014/main" id="{5C394FA3-41F6-18E8-437A-95ADE80F18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BFA0BE-531D-02D6-2F07-707C3DE7592D}"/>
              </a:ext>
            </a:extLst>
          </p:cNvPr>
          <p:cNvSpPr>
            <a:spLocks noGrp="1"/>
          </p:cNvSpPr>
          <p:nvPr>
            <p:ph type="sldNum" sz="quarter" idx="12"/>
          </p:nvPr>
        </p:nvSpPr>
        <p:spPr/>
        <p:txBody>
          <a:bodyPr/>
          <a:lstStyle/>
          <a:p>
            <a:fld id="{FB689A47-778C-4FDF-8840-9A1F2402DC29}" type="slidenum">
              <a:rPr lang="en-US" smtClean="0"/>
              <a:t>‹#›</a:t>
            </a:fld>
            <a:endParaRPr lang="en-US"/>
          </a:p>
        </p:txBody>
      </p:sp>
    </p:spTree>
    <p:extLst>
      <p:ext uri="{BB962C8B-B14F-4D97-AF65-F5344CB8AC3E}">
        <p14:creationId xmlns:p14="http://schemas.microsoft.com/office/powerpoint/2010/main" val="4113540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15D4F9-1397-40F6-B8DA-062E12DDAA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EB3251-1924-3521-A8E2-B79057586A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B3893E-B2AC-5676-8488-8404BAA17D80}"/>
              </a:ext>
            </a:extLst>
          </p:cNvPr>
          <p:cNvSpPr>
            <a:spLocks noGrp="1"/>
          </p:cNvSpPr>
          <p:nvPr>
            <p:ph type="dt" sz="half" idx="10"/>
          </p:nvPr>
        </p:nvSpPr>
        <p:spPr/>
        <p:txBody>
          <a:bodyPr/>
          <a:lstStyle/>
          <a:p>
            <a:fld id="{B7855D73-2A08-4EDA-B5E6-0312BC97341F}" type="datetimeFigureOut">
              <a:rPr lang="en-US" smtClean="0"/>
              <a:t>6/15/2026</a:t>
            </a:fld>
            <a:endParaRPr lang="en-US"/>
          </a:p>
        </p:txBody>
      </p:sp>
      <p:sp>
        <p:nvSpPr>
          <p:cNvPr id="5" name="Footer Placeholder 4">
            <a:extLst>
              <a:ext uri="{FF2B5EF4-FFF2-40B4-BE49-F238E27FC236}">
                <a16:creationId xmlns:a16="http://schemas.microsoft.com/office/drawing/2014/main" id="{37A2D666-290E-4ABF-E826-5E7AE4DE9F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0AAB20-09A9-B304-5A77-FF134C21BC18}"/>
              </a:ext>
            </a:extLst>
          </p:cNvPr>
          <p:cNvSpPr>
            <a:spLocks noGrp="1"/>
          </p:cNvSpPr>
          <p:nvPr>
            <p:ph type="sldNum" sz="quarter" idx="12"/>
          </p:nvPr>
        </p:nvSpPr>
        <p:spPr/>
        <p:txBody>
          <a:bodyPr/>
          <a:lstStyle/>
          <a:p>
            <a:fld id="{FB689A47-778C-4FDF-8840-9A1F2402DC29}" type="slidenum">
              <a:rPr lang="en-US" smtClean="0"/>
              <a:t>‹#›</a:t>
            </a:fld>
            <a:endParaRPr lang="en-US"/>
          </a:p>
        </p:txBody>
      </p:sp>
    </p:spTree>
    <p:extLst>
      <p:ext uri="{BB962C8B-B14F-4D97-AF65-F5344CB8AC3E}">
        <p14:creationId xmlns:p14="http://schemas.microsoft.com/office/powerpoint/2010/main" val="3190257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2E8ABC-06BB-96FD-AFE0-38BEACBB6B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AD318B9-A714-23FB-B1D6-FA79470152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D5D402-EEA2-ED88-F677-A202296D09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855D73-2A08-4EDA-B5E6-0312BC97341F}" type="datetimeFigureOut">
              <a:rPr lang="en-US" smtClean="0"/>
              <a:t>6/15/2026</a:t>
            </a:fld>
            <a:endParaRPr lang="en-US"/>
          </a:p>
        </p:txBody>
      </p:sp>
      <p:sp>
        <p:nvSpPr>
          <p:cNvPr id="5" name="Footer Placeholder 4">
            <a:extLst>
              <a:ext uri="{FF2B5EF4-FFF2-40B4-BE49-F238E27FC236}">
                <a16:creationId xmlns:a16="http://schemas.microsoft.com/office/drawing/2014/main" id="{AB79C8EE-56B1-7981-373D-4BA46E8C12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54BD903-BD3D-7AD1-AAEE-0EF4C29772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B689A47-778C-4FDF-8840-9A1F2402DC29}" type="slidenum">
              <a:rPr lang="en-US" smtClean="0"/>
              <a:t>‹#›</a:t>
            </a:fld>
            <a:endParaRPr lang="en-US"/>
          </a:p>
        </p:txBody>
      </p:sp>
    </p:spTree>
    <p:extLst>
      <p:ext uri="{BB962C8B-B14F-4D97-AF65-F5344CB8AC3E}">
        <p14:creationId xmlns:p14="http://schemas.microsoft.com/office/powerpoint/2010/main" val="3226576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4.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21.png"/><Relationship Id="rId18" Type="http://schemas.openxmlformats.org/officeDocument/2006/relationships/customXml" Target="../ink/ink8.xml"/><Relationship Id="rId3" Type="http://schemas.openxmlformats.org/officeDocument/2006/relationships/image" Target="../media/image16.jpeg"/><Relationship Id="rId21" Type="http://schemas.openxmlformats.org/officeDocument/2006/relationships/image" Target="../media/image25.png"/><Relationship Id="rId7" Type="http://schemas.openxmlformats.org/officeDocument/2006/relationships/image" Target="../media/image18.png"/><Relationship Id="rId12" Type="http://schemas.openxmlformats.org/officeDocument/2006/relationships/customXml" Target="../ink/ink5.xml"/><Relationship Id="rId17" Type="http://schemas.openxmlformats.org/officeDocument/2006/relationships/image" Target="../media/image23.png"/><Relationship Id="rId2" Type="http://schemas.openxmlformats.org/officeDocument/2006/relationships/image" Target="../media/image15.svg"/><Relationship Id="rId16" Type="http://schemas.openxmlformats.org/officeDocument/2006/relationships/customXml" Target="../ink/ink7.xml"/><Relationship Id="rId20" Type="http://schemas.openxmlformats.org/officeDocument/2006/relationships/customXml" Target="../ink/ink9.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20.png"/><Relationship Id="rId5" Type="http://schemas.openxmlformats.org/officeDocument/2006/relationships/image" Target="../media/image17.png"/><Relationship Id="rId15" Type="http://schemas.openxmlformats.org/officeDocument/2006/relationships/image" Target="../media/image22.png"/><Relationship Id="rId23" Type="http://schemas.openxmlformats.org/officeDocument/2006/relationships/image" Target="../media/image26.png"/><Relationship Id="rId10" Type="http://schemas.openxmlformats.org/officeDocument/2006/relationships/customXml" Target="../ink/ink4.xml"/><Relationship Id="rId19" Type="http://schemas.openxmlformats.org/officeDocument/2006/relationships/image" Target="../media/image24.png"/><Relationship Id="rId4" Type="http://schemas.openxmlformats.org/officeDocument/2006/relationships/customXml" Target="../ink/ink1.xml"/><Relationship Id="rId9" Type="http://schemas.openxmlformats.org/officeDocument/2006/relationships/image" Target="../media/image19.png"/><Relationship Id="rId14" Type="http://schemas.openxmlformats.org/officeDocument/2006/relationships/customXml" Target="../ink/ink6.xml"/><Relationship Id="rId22" Type="http://schemas.openxmlformats.org/officeDocument/2006/relationships/customXml" Target="../ink/ink10.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onlinemetals.com/" TargetMode="External"/><Relationship Id="rId2" Type="http://schemas.openxmlformats.org/officeDocument/2006/relationships/hyperlink" Target="https://www.mcmaster.com/" TargetMode="Externa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5.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C33E64-D4AD-E2A6-DD6B-84ABF6ABF4C1}"/>
              </a:ext>
            </a:extLst>
          </p:cNvPr>
          <p:cNvSpPr>
            <a:spLocks noGrp="1"/>
          </p:cNvSpPr>
          <p:nvPr>
            <p:ph type="ctrTitle"/>
          </p:nvPr>
        </p:nvSpPr>
        <p:spPr>
          <a:xfrm>
            <a:off x="1329766" y="1146412"/>
            <a:ext cx="9014348" cy="2402006"/>
          </a:xfrm>
        </p:spPr>
        <p:txBody>
          <a:bodyPr anchor="b">
            <a:normAutofit fontScale="90000"/>
          </a:bodyPr>
          <a:lstStyle/>
          <a:p>
            <a:pPr algn="l"/>
            <a:br>
              <a:rPr lang="en-US" sz="4800"/>
            </a:br>
            <a:r>
              <a:rPr lang="en-US" sz="4800"/>
              <a:t>Mini-Project #2</a:t>
            </a:r>
            <a:br>
              <a:rPr lang="en-US" sz="4800"/>
            </a:br>
            <a:r>
              <a:rPr lang="en-US" sz="4800"/>
              <a:t>Application of</a:t>
            </a:r>
            <a:br>
              <a:rPr lang="en-US" sz="4800"/>
            </a:br>
            <a:r>
              <a:rPr lang="en-US" sz="4800"/>
              <a:t>Finite Element Analysis</a:t>
            </a:r>
            <a:br>
              <a:rPr lang="en-US" sz="4800"/>
            </a:br>
            <a:r>
              <a:rPr lang="en-US" sz="4800"/>
              <a:t>to a Simple Structural System</a:t>
            </a:r>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 y="4374554"/>
            <a:ext cx="12192007" cy="2483444"/>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40655" y="4374554"/>
            <a:ext cx="4051344" cy="248344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379429"/>
            <a:ext cx="12191984" cy="1953928"/>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 y="4380927"/>
            <a:ext cx="12192000" cy="2019443"/>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694B87C2-9701-085A-91B6-2D798EF0C012}"/>
              </a:ext>
            </a:extLst>
          </p:cNvPr>
          <p:cNvSpPr>
            <a:spLocks noGrp="1"/>
          </p:cNvSpPr>
          <p:nvPr>
            <p:ph type="subTitle" idx="1"/>
          </p:nvPr>
        </p:nvSpPr>
        <p:spPr>
          <a:xfrm>
            <a:off x="184253" y="5077189"/>
            <a:ext cx="8226217" cy="1078173"/>
          </a:xfrm>
        </p:spPr>
        <p:txBody>
          <a:bodyPr anchor="ctr">
            <a:normAutofit/>
          </a:bodyPr>
          <a:lstStyle/>
          <a:p>
            <a:pPr algn="l"/>
            <a:r>
              <a:rPr lang="en-US">
                <a:solidFill>
                  <a:srgbClr val="FFFFFF"/>
                </a:solidFill>
              </a:rPr>
              <a:t>Moving analysis to the real world</a:t>
            </a:r>
          </a:p>
          <a:p>
            <a:pPr algn="l"/>
            <a:r>
              <a:rPr lang="en-US">
                <a:solidFill>
                  <a:srgbClr val="FFFFFF"/>
                </a:solidFill>
              </a:rPr>
              <a:t>Step 3: 2-1/2” Diameter Pole Design</a:t>
            </a:r>
          </a:p>
        </p:txBody>
      </p:sp>
      <p:sp>
        <p:nvSpPr>
          <p:cNvPr id="4" name="TextBox 3">
            <a:extLst>
              <a:ext uri="{FF2B5EF4-FFF2-40B4-BE49-F238E27FC236}">
                <a16:creationId xmlns:a16="http://schemas.microsoft.com/office/drawing/2014/main" id="{B93D3496-A16C-5029-C29E-4CE3E8200279}"/>
              </a:ext>
            </a:extLst>
          </p:cNvPr>
          <p:cNvSpPr txBox="1"/>
          <p:nvPr/>
        </p:nvSpPr>
        <p:spPr>
          <a:xfrm>
            <a:off x="184238" y="5991027"/>
            <a:ext cx="4379976" cy="369332"/>
          </a:xfrm>
          <a:prstGeom prst="rect">
            <a:avLst/>
          </a:prstGeom>
          <a:noFill/>
        </p:spPr>
        <p:txBody>
          <a:bodyPr wrap="square" rtlCol="0">
            <a:spAutoFit/>
          </a:bodyPr>
          <a:lstStyle/>
          <a:p>
            <a:r>
              <a:rPr lang="en-US">
                <a:solidFill>
                  <a:schemeClr val="bg1"/>
                </a:solidFill>
              </a:rPr>
              <a:t>Members: Barakkah Ibishomi</a:t>
            </a:r>
          </a:p>
        </p:txBody>
      </p:sp>
    </p:spTree>
    <p:extLst>
      <p:ext uri="{BB962C8B-B14F-4D97-AF65-F5344CB8AC3E}">
        <p14:creationId xmlns:p14="http://schemas.microsoft.com/office/powerpoint/2010/main" val="3356168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A061BA2E-A388-41C5-B73A-B0FEB6B10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08FCB72-B5A2-5AC1-555C-964B23B66D31}"/>
              </a:ext>
            </a:extLst>
          </p:cNvPr>
          <p:cNvPicPr>
            <a:picLocks noChangeAspect="1"/>
          </p:cNvPicPr>
          <p:nvPr/>
        </p:nvPicPr>
        <p:blipFill>
          <a:blip r:embed="rId2"/>
          <a:srcRect b="15625"/>
          <a:stretch>
            <a:fillRect/>
          </a:stretch>
        </p:blipFill>
        <p:spPr>
          <a:xfrm>
            <a:off x="-1" y="10"/>
            <a:ext cx="6096001" cy="6857990"/>
          </a:xfrm>
          <a:prstGeom prst="rect">
            <a:avLst/>
          </a:prstGeom>
        </p:spPr>
      </p:pic>
      <p:pic>
        <p:nvPicPr>
          <p:cNvPr id="5" name="Picture 4">
            <a:extLst>
              <a:ext uri="{FF2B5EF4-FFF2-40B4-BE49-F238E27FC236}">
                <a16:creationId xmlns:a16="http://schemas.microsoft.com/office/drawing/2014/main" id="{64D63B1B-9E1B-F43A-98B8-C6A3383BB725}"/>
              </a:ext>
            </a:extLst>
          </p:cNvPr>
          <p:cNvPicPr>
            <a:picLocks noChangeAspect="1"/>
          </p:cNvPicPr>
          <p:nvPr/>
        </p:nvPicPr>
        <p:blipFill>
          <a:blip r:embed="rId3"/>
          <a:srcRect b="15604"/>
          <a:stretch>
            <a:fillRect/>
          </a:stretch>
        </p:blipFill>
        <p:spPr>
          <a:xfrm>
            <a:off x="6094476" y="10"/>
            <a:ext cx="6094477" cy="6857990"/>
          </a:xfrm>
          <a:prstGeom prst="rect">
            <a:avLst/>
          </a:prstGeom>
        </p:spPr>
      </p:pic>
      <p:sp>
        <p:nvSpPr>
          <p:cNvPr id="1042" name="Rectangle 1041">
            <a:extLst>
              <a:ext uri="{FF2B5EF4-FFF2-40B4-BE49-F238E27FC236}">
                <a16:creationId xmlns:a16="http://schemas.microsoft.com/office/drawing/2014/main" id="{76E192A2-3ED3-4081-8A86-A22B51141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152902" y="-1181101"/>
            <a:ext cx="3886200" cy="12192001"/>
          </a:xfrm>
          <a:prstGeom prst="rect">
            <a:avLst/>
          </a:prstGeom>
          <a:gradFill>
            <a:gsLst>
              <a:gs pos="41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6EE44A-54C1-8EEE-A019-729D27C09AC3}"/>
              </a:ext>
            </a:extLst>
          </p:cNvPr>
          <p:cNvSpPr>
            <a:spLocks noGrp="1"/>
          </p:cNvSpPr>
          <p:nvPr>
            <p:ph type="title"/>
          </p:nvPr>
        </p:nvSpPr>
        <p:spPr>
          <a:xfrm>
            <a:off x="404553" y="3091928"/>
            <a:ext cx="9079991" cy="2387600"/>
          </a:xfrm>
        </p:spPr>
        <p:txBody>
          <a:bodyPr vert="horz" lIns="91440" tIns="45720" rIns="91440" bIns="45720" rtlCol="0" anchor="b">
            <a:normAutofit/>
          </a:bodyPr>
          <a:lstStyle/>
          <a:p>
            <a:r>
              <a:rPr lang="en-US" sz="7200" kern="1200">
                <a:solidFill>
                  <a:schemeClr val="bg1"/>
                </a:solidFill>
                <a:latin typeface="+mj-lt"/>
                <a:ea typeface="+mj-ea"/>
                <a:cs typeface="+mj-cs"/>
              </a:rPr>
              <a:t>Context</a:t>
            </a:r>
          </a:p>
        </p:txBody>
      </p:sp>
      <p:sp>
        <p:nvSpPr>
          <p:cNvPr id="1044" name="Rectangle: Rounded Corners 1043">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575039"/>
            <a:ext cx="97840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sp>
        <p:nvSpPr>
          <p:cNvPr id="3" name="Content Placeholder 2">
            <a:extLst>
              <a:ext uri="{FF2B5EF4-FFF2-40B4-BE49-F238E27FC236}">
                <a16:creationId xmlns:a16="http://schemas.microsoft.com/office/drawing/2014/main" id="{45010CF2-E00A-DA4B-3359-7D7C2166FE0C}"/>
              </a:ext>
            </a:extLst>
          </p:cNvPr>
          <p:cNvSpPr>
            <a:spLocks noGrp="1"/>
          </p:cNvSpPr>
          <p:nvPr>
            <p:ph idx="1"/>
          </p:nvPr>
        </p:nvSpPr>
        <p:spPr>
          <a:xfrm>
            <a:off x="404552" y="5624945"/>
            <a:ext cx="9079992" cy="592975"/>
          </a:xfrm>
        </p:spPr>
        <p:txBody>
          <a:bodyPr vert="horz" lIns="91440" tIns="45720" rIns="91440" bIns="45720" rtlCol="0" anchor="ctr">
            <a:normAutofit/>
          </a:bodyPr>
          <a:lstStyle/>
          <a:p>
            <a:pPr marL="0" indent="0">
              <a:buNone/>
            </a:pPr>
            <a:r>
              <a:rPr lang="en-US" kern="1200">
                <a:solidFill>
                  <a:schemeClr val="bg1"/>
                </a:solidFill>
                <a:latin typeface="+mn-lt"/>
                <a:ea typeface="+mn-ea"/>
                <a:cs typeface="+mn-cs"/>
              </a:rPr>
              <a:t>We rely on them every day… the humble STOP sign.</a:t>
            </a:r>
          </a:p>
        </p:txBody>
      </p:sp>
    </p:spTree>
    <p:extLst>
      <p:ext uri="{BB962C8B-B14F-4D97-AF65-F5344CB8AC3E}">
        <p14:creationId xmlns:p14="http://schemas.microsoft.com/office/powerpoint/2010/main" val="3171693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2DAA6C16-BF9B-4A3E-BC70-EE6015D4F9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89A270-4A76-3009-BF9B-CAD6ED153EBD}"/>
              </a:ext>
            </a:extLst>
          </p:cNvPr>
          <p:cNvSpPr>
            <a:spLocks noGrp="1"/>
          </p:cNvSpPr>
          <p:nvPr>
            <p:ph type="title"/>
          </p:nvPr>
        </p:nvSpPr>
        <p:spPr>
          <a:xfrm>
            <a:off x="838200" y="4669978"/>
            <a:ext cx="4391024" cy="1173700"/>
          </a:xfrm>
        </p:spPr>
        <p:txBody>
          <a:bodyPr anchor="t">
            <a:normAutofit/>
          </a:bodyPr>
          <a:lstStyle/>
          <a:p>
            <a:r>
              <a:rPr lang="en-US" sz="4000">
                <a:solidFill>
                  <a:schemeClr val="bg1"/>
                </a:solidFill>
              </a:rPr>
              <a:t>But, what if?</a:t>
            </a:r>
          </a:p>
        </p:txBody>
      </p:sp>
      <p:pic>
        <p:nvPicPr>
          <p:cNvPr id="2050" name="Picture 2">
            <a:extLst>
              <a:ext uri="{FF2B5EF4-FFF2-40B4-BE49-F238E27FC236}">
                <a16:creationId xmlns:a16="http://schemas.microsoft.com/office/drawing/2014/main" id="{9F3F61AF-C184-9296-E05E-C9331CF11C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01" r="11912" b="1"/>
          <a:stretch>
            <a:fillRect/>
          </a:stretch>
        </p:blipFill>
        <p:spPr bwMode="auto">
          <a:xfrm>
            <a:off x="6" y="-1"/>
            <a:ext cx="6000749" cy="3911828"/>
          </a:xfrm>
          <a:custGeom>
            <a:avLst/>
            <a:gdLst/>
            <a:ahLst/>
            <a:cxnLst/>
            <a:rect l="l" t="t" r="r" b="b"/>
            <a:pathLst>
              <a:path w="6000749" h="3911828">
                <a:moveTo>
                  <a:pt x="0" y="0"/>
                </a:moveTo>
                <a:lnTo>
                  <a:pt x="6000749" y="0"/>
                </a:lnTo>
                <a:lnTo>
                  <a:pt x="6000749" y="3767827"/>
                </a:lnTo>
                <a:lnTo>
                  <a:pt x="5572124" y="3740378"/>
                </a:lnTo>
                <a:lnTo>
                  <a:pt x="0" y="3911828"/>
                </a:lnTo>
                <a:close/>
              </a:path>
            </a:pathLst>
          </a:cu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5E9FD48-0299-AD6E-468C-B348B5ACEC01}"/>
              </a:ext>
            </a:extLst>
          </p:cNvPr>
          <p:cNvPicPr>
            <a:picLocks noChangeAspect="1"/>
          </p:cNvPicPr>
          <p:nvPr/>
        </p:nvPicPr>
        <p:blipFill>
          <a:blip r:embed="rId3"/>
          <a:srcRect t="4376" r="1" b="1"/>
          <a:stretch>
            <a:fillRect/>
          </a:stretch>
        </p:blipFill>
        <p:spPr>
          <a:xfrm>
            <a:off x="6191245" y="-1"/>
            <a:ext cx="6000750" cy="3988028"/>
          </a:xfrm>
          <a:custGeom>
            <a:avLst/>
            <a:gdLst/>
            <a:ahLst/>
            <a:cxnLst/>
            <a:rect l="l" t="t" r="r" b="b"/>
            <a:pathLst>
              <a:path w="6000750" h="3988028">
                <a:moveTo>
                  <a:pt x="0" y="0"/>
                </a:moveTo>
                <a:lnTo>
                  <a:pt x="6000750" y="0"/>
                </a:lnTo>
                <a:lnTo>
                  <a:pt x="6000750" y="797153"/>
                </a:lnTo>
                <a:lnTo>
                  <a:pt x="6000750" y="2634343"/>
                </a:lnTo>
                <a:lnTo>
                  <a:pt x="6000750" y="3911828"/>
                </a:lnTo>
                <a:lnTo>
                  <a:pt x="3248025" y="3988028"/>
                </a:lnTo>
                <a:lnTo>
                  <a:pt x="0" y="3780026"/>
                </a:lnTo>
                <a:close/>
              </a:path>
            </a:pathLst>
          </a:custGeom>
        </p:spPr>
      </p:pic>
      <p:grpSp>
        <p:nvGrpSpPr>
          <p:cNvPr id="2057" name="Group 2056">
            <a:extLst>
              <a:ext uri="{FF2B5EF4-FFF2-40B4-BE49-F238E27FC236}">
                <a16:creationId xmlns:a16="http://schemas.microsoft.com/office/drawing/2014/main" id="{A4AE1828-51FD-4AD7-BCF6-9AF5C696CE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12192000" cy="757168"/>
            <a:chOff x="0" y="2959818"/>
            <a:chExt cx="12192000" cy="757168"/>
          </a:xfrm>
        </p:grpSpPr>
        <p:sp>
          <p:nvSpPr>
            <p:cNvPr id="2058" name="Freeform: Shape 2057">
              <a:extLst>
                <a:ext uri="{FF2B5EF4-FFF2-40B4-BE49-F238E27FC236}">
                  <a16:creationId xmlns:a16="http://schemas.microsoft.com/office/drawing/2014/main" id="{8542C7CD-02BE-4ADE-8D2F-DFB759D71A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59" name="Freeform: Shape 2058">
              <a:extLst>
                <a:ext uri="{FF2B5EF4-FFF2-40B4-BE49-F238E27FC236}">
                  <a16:creationId xmlns:a16="http://schemas.microsoft.com/office/drawing/2014/main" id="{840A04EE-8E37-4C28-B09B-A9593A4AAB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4">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D06BBA0A-24CB-2B8B-0677-EBC1443A8B2E}"/>
              </a:ext>
            </a:extLst>
          </p:cNvPr>
          <p:cNvSpPr>
            <a:spLocks noGrp="1"/>
          </p:cNvSpPr>
          <p:nvPr>
            <p:ph idx="1"/>
          </p:nvPr>
        </p:nvSpPr>
        <p:spPr>
          <a:xfrm>
            <a:off x="5664201" y="4766267"/>
            <a:ext cx="5692774" cy="1077411"/>
          </a:xfrm>
        </p:spPr>
        <p:txBody>
          <a:bodyPr>
            <a:normAutofit/>
          </a:bodyPr>
          <a:lstStyle/>
          <a:p>
            <a:r>
              <a:rPr lang="en-US" sz="2400">
                <a:solidFill>
                  <a:schemeClr val="bg1">
                    <a:alpha val="80000"/>
                  </a:schemeClr>
                </a:solidFill>
              </a:rPr>
              <a:t>Could this happen here?</a:t>
            </a:r>
          </a:p>
        </p:txBody>
      </p:sp>
    </p:spTree>
    <p:extLst>
      <p:ext uri="{BB962C8B-B14F-4D97-AF65-F5344CB8AC3E}">
        <p14:creationId xmlns:p14="http://schemas.microsoft.com/office/powerpoint/2010/main" val="187397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54ECE6-091E-3974-8783-8615379E3AB0}"/>
              </a:ext>
            </a:extLst>
          </p:cNvPr>
          <p:cNvSpPr>
            <a:spLocks noGrp="1"/>
          </p:cNvSpPr>
          <p:nvPr>
            <p:ph type="title"/>
          </p:nvPr>
        </p:nvSpPr>
        <p:spPr>
          <a:xfrm>
            <a:off x="838200" y="1195697"/>
            <a:ext cx="3200400" cy="4238118"/>
          </a:xfrm>
        </p:spPr>
        <p:txBody>
          <a:bodyPr>
            <a:normAutofit/>
          </a:bodyPr>
          <a:lstStyle/>
          <a:p>
            <a:r>
              <a:rPr lang="en-US">
                <a:solidFill>
                  <a:schemeClr val="bg1"/>
                </a:solidFill>
              </a:rPr>
              <a:t>Steps to Completion</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graphicFrame>
        <p:nvGraphicFramePr>
          <p:cNvPr id="5" name="Content Placeholder 2">
            <a:extLst>
              <a:ext uri="{FF2B5EF4-FFF2-40B4-BE49-F238E27FC236}">
                <a16:creationId xmlns:a16="http://schemas.microsoft.com/office/drawing/2014/main" id="{A58B6044-CB47-294A-3892-A6249E8BAED8}"/>
              </a:ext>
            </a:extLst>
          </p:cNvPr>
          <p:cNvGraphicFramePr>
            <a:graphicFrameLocks noGrp="1"/>
          </p:cNvGraphicFramePr>
          <p:nvPr>
            <p:ph idx="1"/>
            <p:extLst>
              <p:ext uri="{D42A27DB-BD31-4B8C-83A1-F6EECF244321}">
                <p14:modId xmlns:p14="http://schemas.microsoft.com/office/powerpoint/2010/main" val="475765852"/>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2">
            <a:extLst>
              <a:ext uri="{FF2B5EF4-FFF2-40B4-BE49-F238E27FC236}">
                <a16:creationId xmlns:a16="http://schemas.microsoft.com/office/drawing/2014/main" id="{B362011D-A1CC-E526-8198-69180608F48C}"/>
              </a:ext>
            </a:extLst>
          </p:cNvPr>
          <p:cNvSpPr/>
          <p:nvPr/>
        </p:nvSpPr>
        <p:spPr>
          <a:xfrm>
            <a:off x="5325001" y="3429000"/>
            <a:ext cx="6619875" cy="15621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3978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65A27-AC1D-49B8-F0D9-3CA74DA61FB5}"/>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2B8818A6-0904-45F0-BDE3-04B6A23681A1}"/>
              </a:ext>
            </a:extLst>
          </p:cNvPr>
          <p:cNvPicPr>
            <a:picLocks noChangeAspect="1"/>
          </p:cNvPicPr>
          <p:nvPr/>
        </p:nvPicPr>
        <p:blipFill>
          <a:blip r:embed="rId2"/>
          <a:stretch>
            <a:fillRect/>
          </a:stretch>
        </p:blipFill>
        <p:spPr>
          <a:xfrm>
            <a:off x="0" y="365125"/>
            <a:ext cx="6354062" cy="6477904"/>
          </a:xfrm>
          <a:prstGeom prst="rect">
            <a:avLst/>
          </a:prstGeom>
        </p:spPr>
      </p:pic>
      <p:pic>
        <p:nvPicPr>
          <p:cNvPr id="7" name="Picture 6">
            <a:extLst>
              <a:ext uri="{FF2B5EF4-FFF2-40B4-BE49-F238E27FC236}">
                <a16:creationId xmlns:a16="http://schemas.microsoft.com/office/drawing/2014/main" id="{84C82C1C-5F17-2661-1A31-0E5838B71EB7}"/>
              </a:ext>
            </a:extLst>
          </p:cNvPr>
          <p:cNvPicPr>
            <a:picLocks noChangeAspect="1"/>
          </p:cNvPicPr>
          <p:nvPr/>
        </p:nvPicPr>
        <p:blipFill>
          <a:blip r:embed="rId3"/>
          <a:stretch>
            <a:fillRect/>
          </a:stretch>
        </p:blipFill>
        <p:spPr>
          <a:xfrm>
            <a:off x="5572724" y="41849"/>
            <a:ext cx="6562414" cy="3959445"/>
          </a:xfrm>
          <a:prstGeom prst="rect">
            <a:avLst/>
          </a:prstGeom>
        </p:spPr>
      </p:pic>
      <p:pic>
        <p:nvPicPr>
          <p:cNvPr id="11" name="Picture 10">
            <a:extLst>
              <a:ext uri="{FF2B5EF4-FFF2-40B4-BE49-F238E27FC236}">
                <a16:creationId xmlns:a16="http://schemas.microsoft.com/office/drawing/2014/main" id="{31CE4772-1044-0F91-A335-F8F8C50B820F}"/>
              </a:ext>
            </a:extLst>
          </p:cNvPr>
          <p:cNvPicPr>
            <a:picLocks noChangeAspect="1"/>
          </p:cNvPicPr>
          <p:nvPr/>
        </p:nvPicPr>
        <p:blipFill>
          <a:blip r:embed="rId4"/>
          <a:srcRect b="57613"/>
          <a:stretch>
            <a:fillRect/>
          </a:stretch>
        </p:blipFill>
        <p:spPr>
          <a:xfrm>
            <a:off x="6544368" y="5102190"/>
            <a:ext cx="3640493" cy="1475274"/>
          </a:xfrm>
          <a:prstGeom prst="rect">
            <a:avLst/>
          </a:prstGeom>
        </p:spPr>
      </p:pic>
      <p:pic>
        <p:nvPicPr>
          <p:cNvPr id="12" name="Picture 11">
            <a:extLst>
              <a:ext uri="{FF2B5EF4-FFF2-40B4-BE49-F238E27FC236}">
                <a16:creationId xmlns:a16="http://schemas.microsoft.com/office/drawing/2014/main" id="{3F543C3E-76E0-6E05-21B5-464056452FA7}"/>
              </a:ext>
            </a:extLst>
          </p:cNvPr>
          <p:cNvPicPr>
            <a:picLocks noChangeAspect="1"/>
          </p:cNvPicPr>
          <p:nvPr/>
        </p:nvPicPr>
        <p:blipFill>
          <a:blip r:embed="rId4"/>
          <a:srcRect l="26654" t="53884" r="24714"/>
          <a:stretch>
            <a:fillRect/>
          </a:stretch>
        </p:blipFill>
        <p:spPr>
          <a:xfrm>
            <a:off x="10184861" y="4887811"/>
            <a:ext cx="1770434" cy="1605064"/>
          </a:xfrm>
          <a:prstGeom prst="rect">
            <a:avLst/>
          </a:prstGeom>
        </p:spPr>
      </p:pic>
      <p:sp>
        <p:nvSpPr>
          <p:cNvPr id="3" name="Rectangle 2">
            <a:extLst>
              <a:ext uri="{FF2B5EF4-FFF2-40B4-BE49-F238E27FC236}">
                <a16:creationId xmlns:a16="http://schemas.microsoft.com/office/drawing/2014/main" id="{3FED4D1A-6221-A583-8D16-1263BEAFFEF9}"/>
              </a:ext>
            </a:extLst>
          </p:cNvPr>
          <p:cNvSpPr/>
          <p:nvPr/>
        </p:nvSpPr>
        <p:spPr>
          <a:xfrm>
            <a:off x="5934663" y="1152592"/>
            <a:ext cx="5838537" cy="466658"/>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6A93074-9026-5C27-2373-8D727202C562}"/>
              </a:ext>
            </a:extLst>
          </p:cNvPr>
          <p:cNvSpPr/>
          <p:nvPr/>
        </p:nvSpPr>
        <p:spPr>
          <a:xfrm>
            <a:off x="5934664" y="2039109"/>
            <a:ext cx="1018586" cy="294516"/>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211D7A7-86E6-4B43-95EE-856002A7247A}"/>
              </a:ext>
            </a:extLst>
          </p:cNvPr>
          <p:cNvSpPr/>
          <p:nvPr/>
        </p:nvSpPr>
        <p:spPr>
          <a:xfrm>
            <a:off x="5934664" y="3134484"/>
            <a:ext cx="5838536" cy="294516"/>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170DB21-40AA-1428-4614-F38BEBFD4BAF}"/>
              </a:ext>
            </a:extLst>
          </p:cNvPr>
          <p:cNvSpPr/>
          <p:nvPr/>
        </p:nvSpPr>
        <p:spPr>
          <a:xfrm>
            <a:off x="8492863" y="2039109"/>
            <a:ext cx="632087" cy="294516"/>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2789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5C57A7-B77B-2075-2993-EC1266073359}"/>
              </a:ext>
            </a:extLst>
          </p:cNvPr>
          <p:cNvSpPr>
            <a:spLocks noGrp="1"/>
          </p:cNvSpPr>
          <p:nvPr>
            <p:ph type="title"/>
          </p:nvPr>
        </p:nvSpPr>
        <p:spPr>
          <a:xfrm>
            <a:off x="586478" y="1683756"/>
            <a:ext cx="3115265" cy="2396359"/>
          </a:xfrm>
        </p:spPr>
        <p:txBody>
          <a:bodyPr anchor="b">
            <a:normAutofit/>
          </a:bodyPr>
          <a:lstStyle/>
          <a:p>
            <a:pPr algn="r"/>
            <a:r>
              <a:rPr lang="en-US" sz="3400">
                <a:solidFill>
                  <a:srgbClr val="FFFFFF"/>
                </a:solidFill>
              </a:rPr>
              <a:t>What are the Basic Elements </a:t>
            </a:r>
            <a:r>
              <a:rPr lang="en-US" sz="3400" b="1" u="sng">
                <a:solidFill>
                  <a:srgbClr val="FFFFFF"/>
                </a:solidFill>
              </a:rPr>
              <a:t>Required</a:t>
            </a:r>
            <a:r>
              <a:rPr lang="en-US" sz="3400">
                <a:solidFill>
                  <a:srgbClr val="FFFFFF"/>
                </a:solidFill>
              </a:rPr>
              <a:t> by the City of Daytona?</a:t>
            </a:r>
          </a:p>
        </p:txBody>
      </p:sp>
      <p:graphicFrame>
        <p:nvGraphicFramePr>
          <p:cNvPr id="23" name="Content Placeholder 2">
            <a:extLst>
              <a:ext uri="{FF2B5EF4-FFF2-40B4-BE49-F238E27FC236}">
                <a16:creationId xmlns:a16="http://schemas.microsoft.com/office/drawing/2014/main" id="{EC18D680-D298-BA84-072B-76352069C075}"/>
              </a:ext>
            </a:extLst>
          </p:cNvPr>
          <p:cNvGraphicFramePr>
            <a:graphicFrameLocks noGrp="1"/>
          </p:cNvGraphicFramePr>
          <p:nvPr>
            <p:ph idx="1"/>
            <p:extLst>
              <p:ext uri="{D42A27DB-BD31-4B8C-83A1-F6EECF244321}">
                <p14:modId xmlns:p14="http://schemas.microsoft.com/office/powerpoint/2010/main" val="194607555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12298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082330"/>
            </a:gs>
            <a:gs pos="74000">
              <a:srgbClr val="0B3245"/>
            </a:gs>
            <a:gs pos="83000">
              <a:srgbClr val="0070C0"/>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F98A8-E7D6-7F99-5C4B-0796503FE051}"/>
              </a:ext>
            </a:extLst>
          </p:cNvPr>
          <p:cNvSpPr>
            <a:spLocks noGrp="1"/>
          </p:cNvSpPr>
          <p:nvPr>
            <p:ph type="title"/>
          </p:nvPr>
        </p:nvSpPr>
        <p:spPr/>
        <p:txBody>
          <a:bodyPr>
            <a:normAutofit/>
          </a:bodyPr>
          <a:lstStyle/>
          <a:p>
            <a:r>
              <a:rPr lang="en-US" sz="3600">
                <a:solidFill>
                  <a:srgbClr val="FFFFFF"/>
                </a:solidFill>
              </a:rPr>
              <a:t>Requirements reasoning:</a:t>
            </a:r>
            <a:endParaRPr lang="en-US" sz="3600"/>
          </a:p>
        </p:txBody>
      </p:sp>
      <p:sp>
        <p:nvSpPr>
          <p:cNvPr id="3" name="Content Placeholder 2">
            <a:extLst>
              <a:ext uri="{FF2B5EF4-FFF2-40B4-BE49-F238E27FC236}">
                <a16:creationId xmlns:a16="http://schemas.microsoft.com/office/drawing/2014/main" id="{677EA1DD-936F-4819-D2DE-8784AD33FF88}"/>
              </a:ext>
            </a:extLst>
          </p:cNvPr>
          <p:cNvSpPr>
            <a:spLocks noGrp="1"/>
          </p:cNvSpPr>
          <p:nvPr>
            <p:ph idx="1"/>
          </p:nvPr>
        </p:nvSpPr>
        <p:spPr>
          <a:xfrm>
            <a:off x="838200" y="1514729"/>
            <a:ext cx="10515600" cy="4351338"/>
          </a:xfrm>
        </p:spPr>
        <p:txBody>
          <a:bodyPr>
            <a:normAutofit fontScale="92500" lnSpcReduction="10000"/>
          </a:bodyPr>
          <a:lstStyle/>
          <a:p>
            <a:pPr marL="457200" indent="-457200">
              <a:buAutoNum type="arabicPeriod"/>
            </a:pPr>
            <a:r>
              <a:rPr lang="en-US" sz="2000">
                <a:solidFill>
                  <a:srgbClr val="FFFFFF"/>
                </a:solidFill>
              </a:rPr>
              <a:t>Sign Sizing: this requirement is enforced so that the stop signs are all consistently sized to ensure visibility, this helps to ensure that drivers are able to recognize and react accordingly should the need arise. If engineers were to use their own judgement, there could be cases of undersized signs, causing very high risk accidents especially on high speed roads</a:t>
            </a:r>
          </a:p>
          <a:p>
            <a:pPr marL="514350" indent="-514350">
              <a:buAutoNum type="arabicPeriod"/>
            </a:pPr>
            <a:r>
              <a:rPr lang="en-US" sz="2000">
                <a:solidFill>
                  <a:srgbClr val="FFFFFF"/>
                </a:solidFill>
              </a:rPr>
              <a:t>Structural Capability and material required: The diameter specified is to provide structural strength. Considering that Daytona beach is a coastal area, the material  specified for use is to mitigate corrosion from seawater the 316 SS is has better resistance against seawater than standard steel does. If not specified, engineers may choose a cheaper options that corrode faster and cause the sign to collapse.</a:t>
            </a:r>
          </a:p>
          <a:p>
            <a:pPr marL="514350" indent="-514350">
              <a:buAutoNum type="arabicPeriod"/>
            </a:pPr>
            <a:r>
              <a:rPr lang="en-US" sz="2000">
                <a:solidFill>
                  <a:srgbClr val="FFFFFF"/>
                </a:solidFill>
              </a:rPr>
              <a:t>Wind Load design: Aside from corrosion, other downsides of Daytona being a coastal city is the risk of hurricanes and high winds. The city mandates that stop signs be designed for a wind load of about 120MPH to keep the poles intact during these periods. If engineers were to use their judgements, the poles might be under designed to save costs and that could lead to the poles becoming projectiles during a storm.</a:t>
            </a:r>
            <a:br>
              <a:rPr lang="en-US" sz="2000">
                <a:solidFill>
                  <a:srgbClr val="FFFFFF"/>
                </a:solidFill>
              </a:rPr>
            </a:br>
            <a:br>
              <a:rPr lang="en-US">
                <a:solidFill>
                  <a:srgbClr val="FFFFFF"/>
                </a:solidFill>
              </a:rPr>
            </a:br>
            <a:endParaRPr lang="en-US"/>
          </a:p>
        </p:txBody>
      </p:sp>
    </p:spTree>
    <p:extLst>
      <p:ext uri="{BB962C8B-B14F-4D97-AF65-F5344CB8AC3E}">
        <p14:creationId xmlns:p14="http://schemas.microsoft.com/office/powerpoint/2010/main" val="2905711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43D847-5A52-0501-A6AA-5151D84B92A6}"/>
              </a:ext>
            </a:extLst>
          </p:cNvPr>
          <p:cNvSpPr>
            <a:spLocks noGrp="1"/>
          </p:cNvSpPr>
          <p:nvPr>
            <p:ph type="title"/>
          </p:nvPr>
        </p:nvSpPr>
        <p:spPr>
          <a:xfrm>
            <a:off x="1383564" y="348865"/>
            <a:ext cx="9718111" cy="1576446"/>
          </a:xfrm>
        </p:spPr>
        <p:txBody>
          <a:bodyPr anchor="ctr">
            <a:normAutofit fontScale="90000"/>
          </a:bodyPr>
          <a:lstStyle/>
          <a:p>
            <a:r>
              <a:rPr lang="en-US" sz="4000">
                <a:solidFill>
                  <a:srgbClr val="FFFFFF"/>
                </a:solidFill>
              </a:rPr>
              <a:t>What are the missing pieces that we do need to specify to complete the design </a:t>
            </a:r>
            <a:r>
              <a:rPr lang="en-US" sz="4000" b="1" u="sng">
                <a:solidFill>
                  <a:srgbClr val="FFFFFF"/>
                </a:solidFill>
              </a:rPr>
              <a:t>for the pole</a:t>
            </a:r>
            <a:r>
              <a:rPr lang="en-US" sz="4000">
                <a:solidFill>
                  <a:srgbClr val="FFFFFF"/>
                </a:solidFill>
              </a:rPr>
              <a:t>?</a:t>
            </a:r>
          </a:p>
        </p:txBody>
      </p:sp>
      <p:graphicFrame>
        <p:nvGraphicFramePr>
          <p:cNvPr id="25" name="Content Placeholder 2">
            <a:extLst>
              <a:ext uri="{FF2B5EF4-FFF2-40B4-BE49-F238E27FC236}">
                <a16:creationId xmlns:a16="http://schemas.microsoft.com/office/drawing/2014/main" id="{BAEC4CA7-3CD8-6942-96CF-EDD2004846A7}"/>
              </a:ext>
            </a:extLst>
          </p:cNvPr>
          <p:cNvGraphicFramePr>
            <a:graphicFrameLocks noGrp="1"/>
          </p:cNvGraphicFramePr>
          <p:nvPr>
            <p:ph idx="1"/>
            <p:extLst>
              <p:ext uri="{D42A27DB-BD31-4B8C-83A1-F6EECF244321}">
                <p14:modId xmlns:p14="http://schemas.microsoft.com/office/powerpoint/2010/main" val="4271816040"/>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83891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D96AB-ADBA-9758-4A66-6ED413F55F0A}"/>
              </a:ext>
            </a:extLst>
          </p:cNvPr>
          <p:cNvSpPr>
            <a:spLocks noGrp="1"/>
          </p:cNvSpPr>
          <p:nvPr>
            <p:ph type="title"/>
          </p:nvPr>
        </p:nvSpPr>
        <p:spPr/>
        <p:txBody>
          <a:bodyPr/>
          <a:lstStyle/>
          <a:p>
            <a:r>
              <a:rPr lang="en-US"/>
              <a:t>Material Selection</a:t>
            </a:r>
          </a:p>
        </p:txBody>
      </p:sp>
      <p:graphicFrame>
        <p:nvGraphicFramePr>
          <p:cNvPr id="8" name="Content Placeholder 2">
            <a:extLst>
              <a:ext uri="{FF2B5EF4-FFF2-40B4-BE49-F238E27FC236}">
                <a16:creationId xmlns:a16="http://schemas.microsoft.com/office/drawing/2014/main" id="{25F9E83C-6955-D288-92A9-32FD59DA7AFD}"/>
              </a:ext>
            </a:extLst>
          </p:cNvPr>
          <p:cNvGraphicFramePr>
            <a:graphicFrameLocks noGrp="1"/>
          </p:cNvGraphicFramePr>
          <p:nvPr>
            <p:ph idx="1"/>
            <p:extLst>
              <p:ext uri="{D42A27DB-BD31-4B8C-83A1-F6EECF244321}">
                <p14:modId xmlns:p14="http://schemas.microsoft.com/office/powerpoint/2010/main" val="330306501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740124BC-F315-16F8-8B2B-D554C2315E28}"/>
              </a:ext>
            </a:extLst>
          </p:cNvPr>
          <p:cNvPicPr>
            <a:picLocks noChangeAspect="1"/>
          </p:cNvPicPr>
          <p:nvPr/>
        </p:nvPicPr>
        <p:blipFill>
          <a:blip r:embed="rId7"/>
          <a:stretch>
            <a:fillRect/>
          </a:stretch>
        </p:blipFill>
        <p:spPr>
          <a:xfrm>
            <a:off x="3973104" y="3429000"/>
            <a:ext cx="7128014" cy="1181055"/>
          </a:xfrm>
          <a:prstGeom prst="rect">
            <a:avLst/>
          </a:prstGeom>
        </p:spPr>
      </p:pic>
      <p:sp>
        <p:nvSpPr>
          <p:cNvPr id="6" name="Rectangle 5">
            <a:extLst>
              <a:ext uri="{FF2B5EF4-FFF2-40B4-BE49-F238E27FC236}">
                <a16:creationId xmlns:a16="http://schemas.microsoft.com/office/drawing/2014/main" id="{8151FABE-EB4F-9B22-955F-186648457E75}"/>
              </a:ext>
            </a:extLst>
          </p:cNvPr>
          <p:cNvSpPr/>
          <p:nvPr/>
        </p:nvSpPr>
        <p:spPr>
          <a:xfrm>
            <a:off x="4579742" y="3853219"/>
            <a:ext cx="6335097" cy="294516"/>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2887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082330"/>
            </a:gs>
            <a:gs pos="74000">
              <a:srgbClr val="0B3245"/>
            </a:gs>
            <a:gs pos="83000">
              <a:srgbClr val="0070C0"/>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FC3D55E-F92C-C8C0-80FD-477BA69EA9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8FB1DF-A743-3BD4-75BC-8FE1A80987EE}"/>
              </a:ext>
            </a:extLst>
          </p:cNvPr>
          <p:cNvSpPr>
            <a:spLocks noGrp="1"/>
          </p:cNvSpPr>
          <p:nvPr>
            <p:ph type="title"/>
          </p:nvPr>
        </p:nvSpPr>
        <p:spPr/>
        <p:txBody>
          <a:bodyPr>
            <a:normAutofit/>
          </a:bodyPr>
          <a:lstStyle/>
          <a:p>
            <a:r>
              <a:rPr lang="en-US" sz="3600">
                <a:solidFill>
                  <a:srgbClr val="FFFFFF"/>
                </a:solidFill>
              </a:rPr>
              <a:t>Requirements reasoning:</a:t>
            </a:r>
            <a:endParaRPr lang="en-US" sz="3600"/>
          </a:p>
        </p:txBody>
      </p:sp>
      <p:sp>
        <p:nvSpPr>
          <p:cNvPr id="3" name="Content Placeholder 2">
            <a:extLst>
              <a:ext uri="{FF2B5EF4-FFF2-40B4-BE49-F238E27FC236}">
                <a16:creationId xmlns:a16="http://schemas.microsoft.com/office/drawing/2014/main" id="{49A971E9-C848-4B6E-F81D-2E6EF5F8AEB7}"/>
              </a:ext>
            </a:extLst>
          </p:cNvPr>
          <p:cNvSpPr>
            <a:spLocks noGrp="1"/>
          </p:cNvSpPr>
          <p:nvPr>
            <p:ph idx="1"/>
          </p:nvPr>
        </p:nvSpPr>
        <p:spPr>
          <a:xfrm>
            <a:off x="838200" y="1514729"/>
            <a:ext cx="10515600" cy="4351338"/>
          </a:xfrm>
        </p:spPr>
        <p:txBody>
          <a:bodyPr vert="horz" lIns="91440" tIns="45720" rIns="91440" bIns="45720" rtlCol="0" anchor="t">
            <a:normAutofit/>
          </a:bodyPr>
          <a:lstStyle/>
          <a:p>
            <a:pPr marL="457200" indent="-457200">
              <a:buAutoNum type="arabicPeriod"/>
            </a:pPr>
            <a:r>
              <a:rPr lang="en-US" sz="2000">
                <a:solidFill>
                  <a:srgbClr val="FFFFFF"/>
                </a:solidFill>
                <a:latin typeface="Aptos"/>
              </a:rPr>
              <a:t>Material Properties for </a:t>
            </a:r>
            <a:r>
              <a:rPr lang="en-US" sz="2000">
                <a:solidFill>
                  <a:srgbClr val="FFFFFF"/>
                </a:solidFill>
              </a:rPr>
              <a:t>ASTM B221  6061-T6 Aluminum: Yield strength – 35,000psi (35ksi), Ultimate Tensile Strength: 42,000psi (42ksi)</a:t>
            </a:r>
            <a:endParaRPr lang="en-US">
              <a:solidFill>
                <a:srgbClr val="000000"/>
              </a:solidFill>
            </a:endParaRPr>
          </a:p>
          <a:p>
            <a:pPr marL="457200" indent="-457200">
              <a:buAutoNum type="arabicPeriod"/>
            </a:pPr>
            <a:r>
              <a:rPr lang="en-US" sz="2000">
                <a:solidFill>
                  <a:srgbClr val="FFFFFF"/>
                </a:solidFill>
              </a:rPr>
              <a:t>Factor of Safety to be used: FS=2. This will be applied to the yield strength and not the ultimate strength because the yield strength is where </a:t>
            </a:r>
            <a:r>
              <a:rPr lang="en-US" sz="2000" err="1">
                <a:solidFill>
                  <a:srgbClr val="FFFFFF"/>
                </a:solidFill>
              </a:rPr>
              <a:t>permananet</a:t>
            </a:r>
            <a:r>
              <a:rPr lang="en-US" sz="2000">
                <a:solidFill>
                  <a:srgbClr val="FFFFFF"/>
                </a:solidFill>
              </a:rPr>
              <a:t> deformation begins, this is the failure condition for the pole. Even though the pole hasn't snapped, it is still permanently bent which is structural failure.</a:t>
            </a:r>
            <a:br>
              <a:rPr lang="en-US">
                <a:solidFill>
                  <a:srgbClr val="FFFFFF"/>
                </a:solidFill>
              </a:rPr>
            </a:br>
            <a:endParaRPr lang="en-US"/>
          </a:p>
        </p:txBody>
      </p:sp>
    </p:spTree>
    <p:extLst>
      <p:ext uri="{BB962C8B-B14F-4D97-AF65-F5344CB8AC3E}">
        <p14:creationId xmlns:p14="http://schemas.microsoft.com/office/powerpoint/2010/main" val="2358160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8DB153-20C0-0F1C-8534-1B157EACF9F2}"/>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Structural Analysis – Let’s SCD(o) this!</a:t>
            </a:r>
          </a:p>
        </p:txBody>
      </p:sp>
      <p:graphicFrame>
        <p:nvGraphicFramePr>
          <p:cNvPr id="5" name="Content Placeholder 2">
            <a:extLst>
              <a:ext uri="{FF2B5EF4-FFF2-40B4-BE49-F238E27FC236}">
                <a16:creationId xmlns:a16="http://schemas.microsoft.com/office/drawing/2014/main" id="{B3610143-0EA2-188A-3FFD-80D216309F52}"/>
              </a:ext>
            </a:extLst>
          </p:cNvPr>
          <p:cNvGraphicFramePr>
            <a:graphicFrameLocks noGrp="1"/>
          </p:cNvGraphicFramePr>
          <p:nvPr>
            <p:ph idx="1"/>
            <p:extLst>
              <p:ext uri="{D42A27DB-BD31-4B8C-83A1-F6EECF244321}">
                <p14:modId xmlns:p14="http://schemas.microsoft.com/office/powerpoint/2010/main" val="2701350105"/>
              </p:ext>
            </p:extLst>
          </p:nvPr>
        </p:nvGraphicFramePr>
        <p:xfrm>
          <a:off x="5420337" y="1711110"/>
          <a:ext cx="6126395" cy="50135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A0774ECB-EC6B-497B-BF96-21B2D0AA6754}"/>
              </a:ext>
            </a:extLst>
          </p:cNvPr>
          <p:cNvSpPr txBox="1"/>
          <p:nvPr/>
        </p:nvSpPr>
        <p:spPr>
          <a:xfrm>
            <a:off x="390525" y="2400300"/>
            <a:ext cx="3800475" cy="1477328"/>
          </a:xfrm>
          <a:prstGeom prst="rect">
            <a:avLst/>
          </a:prstGeom>
          <a:noFill/>
        </p:spPr>
        <p:txBody>
          <a:bodyPr wrap="square" rtlCol="0">
            <a:spAutoFit/>
          </a:bodyPr>
          <a:lstStyle/>
          <a:p>
            <a:r>
              <a:rPr lang="en-US"/>
              <a:t>Apply the SCD format to develop a concise set of engineering calculations that will allow you to specify the required wall thickness for the STOP sign support post.</a:t>
            </a:r>
          </a:p>
        </p:txBody>
      </p:sp>
    </p:spTree>
    <p:extLst>
      <p:ext uri="{BB962C8B-B14F-4D97-AF65-F5344CB8AC3E}">
        <p14:creationId xmlns:p14="http://schemas.microsoft.com/office/powerpoint/2010/main" val="2530823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36C68-AB37-9481-BE1A-449E8A83F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809322-74AC-7BBB-16AD-C78B6C20153A}"/>
              </a:ext>
            </a:extLst>
          </p:cNvPr>
          <p:cNvSpPr>
            <a:spLocks noGrp="1"/>
          </p:cNvSpPr>
          <p:nvPr>
            <p:ph type="title"/>
          </p:nvPr>
        </p:nvSpPr>
        <p:spPr>
          <a:xfrm>
            <a:off x="785621" y="561963"/>
            <a:ext cx="5313015" cy="1297115"/>
          </a:xfrm>
        </p:spPr>
        <p:txBody>
          <a:bodyPr vert="horz" lIns="91440" tIns="45720" rIns="91440" bIns="45720" rtlCol="0" anchor="t">
            <a:normAutofit fontScale="90000"/>
          </a:bodyPr>
          <a:lstStyle/>
          <a:p>
            <a:r>
              <a:rPr lang="en-US" sz="4000" kern="1200">
                <a:solidFill>
                  <a:schemeClr val="tx2"/>
                </a:solidFill>
                <a:latin typeface="+mj-lt"/>
                <a:ea typeface="+mj-ea"/>
                <a:cs typeface="+mj-cs"/>
              </a:rPr>
              <a:t>Insert Your SCD-Formatted Calculations Here</a:t>
            </a:r>
            <a:r>
              <a:rPr lang="en-US" sz="4000">
                <a:solidFill>
                  <a:schemeClr val="tx2"/>
                </a:solidFill>
              </a:rPr>
              <a:t>.  </a:t>
            </a:r>
            <a:br>
              <a:rPr lang="en-US" sz="4000">
                <a:solidFill>
                  <a:schemeClr val="tx2"/>
                </a:solidFill>
              </a:rPr>
            </a:br>
            <a:br>
              <a:rPr lang="en-US" sz="4000">
                <a:solidFill>
                  <a:schemeClr val="tx2"/>
                </a:solidFill>
              </a:rPr>
            </a:br>
            <a:r>
              <a:rPr lang="en-US" sz="4000">
                <a:solidFill>
                  <a:schemeClr val="tx2"/>
                </a:solidFill>
              </a:rPr>
              <a:t>Be sure to clearly identify the minimum required wall thickness</a:t>
            </a:r>
            <a:endParaRPr lang="en-US" sz="4000" kern="1200">
              <a:solidFill>
                <a:schemeClr val="tx2"/>
              </a:solidFill>
              <a:latin typeface="+mj-lt"/>
              <a:ea typeface="+mj-ea"/>
              <a:cs typeface="+mj-cs"/>
            </a:endParaRPr>
          </a:p>
        </p:txBody>
      </p:sp>
      <p:pic>
        <p:nvPicPr>
          <p:cNvPr id="7" name="Graphic 6" descr="Inbox1">
            <a:extLst>
              <a:ext uri="{FF2B5EF4-FFF2-40B4-BE49-F238E27FC236}">
                <a16:creationId xmlns:a16="http://schemas.microsoft.com/office/drawing/2014/main" id="{EA31C2CE-B4BA-73AD-EB56-980FA279136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29652" y="1859078"/>
            <a:ext cx="3821102" cy="3821102"/>
          </a:xfrm>
          <a:prstGeom prst="rect">
            <a:avLst/>
          </a:prstGeom>
          <a:ln>
            <a:noFill/>
          </a:ln>
        </p:spPr>
      </p:pic>
      <p:pic>
        <p:nvPicPr>
          <p:cNvPr id="3" name="Picture 2">
            <a:extLst>
              <a:ext uri="{FF2B5EF4-FFF2-40B4-BE49-F238E27FC236}">
                <a16:creationId xmlns:a16="http://schemas.microsoft.com/office/drawing/2014/main" id="{027B1B47-6CC6-950C-AC87-0ED9927B61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5621" y="335890"/>
            <a:ext cx="5456166" cy="6384410"/>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6302A967-BE9E-7A62-7359-FC9F2C6EA324}"/>
                  </a:ext>
                </a:extLst>
              </p14:cNvPr>
              <p14:cNvContentPartPr/>
              <p14:nvPr/>
            </p14:nvContentPartPr>
            <p14:xfrm>
              <a:off x="3123000" y="6192200"/>
              <a:ext cx="41040" cy="261720"/>
            </p14:xfrm>
          </p:contentPart>
        </mc:Choice>
        <mc:Fallback xmlns="">
          <p:pic>
            <p:nvPicPr>
              <p:cNvPr id="6" name="Ink 5">
                <a:extLst>
                  <a:ext uri="{FF2B5EF4-FFF2-40B4-BE49-F238E27FC236}">
                    <a16:creationId xmlns:a16="http://schemas.microsoft.com/office/drawing/2014/main" id="{6302A967-BE9E-7A62-7359-FC9F2C6EA324}"/>
                  </a:ext>
                </a:extLst>
              </p:cNvPr>
              <p:cNvPicPr/>
              <p:nvPr/>
            </p:nvPicPr>
            <p:blipFill>
              <a:blip r:embed="rId5"/>
              <a:stretch>
                <a:fillRect/>
              </a:stretch>
            </p:blipFill>
            <p:spPr>
              <a:xfrm>
                <a:off x="3114000" y="6183200"/>
                <a:ext cx="5868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F807CB83-AF3A-398B-7D47-5AA1E8BB6953}"/>
                  </a:ext>
                </a:extLst>
              </p14:cNvPr>
              <p14:cNvContentPartPr/>
              <p14:nvPr/>
            </p14:nvContentPartPr>
            <p14:xfrm>
              <a:off x="3196800" y="6176720"/>
              <a:ext cx="23760" cy="15480"/>
            </p14:xfrm>
          </p:contentPart>
        </mc:Choice>
        <mc:Fallback xmlns="">
          <p:pic>
            <p:nvPicPr>
              <p:cNvPr id="8" name="Ink 7">
                <a:extLst>
                  <a:ext uri="{FF2B5EF4-FFF2-40B4-BE49-F238E27FC236}">
                    <a16:creationId xmlns:a16="http://schemas.microsoft.com/office/drawing/2014/main" id="{F807CB83-AF3A-398B-7D47-5AA1E8BB6953}"/>
                  </a:ext>
                </a:extLst>
              </p:cNvPr>
              <p:cNvPicPr/>
              <p:nvPr/>
            </p:nvPicPr>
            <p:blipFill>
              <a:blip r:embed="rId7"/>
              <a:stretch>
                <a:fillRect/>
              </a:stretch>
            </p:blipFill>
            <p:spPr>
              <a:xfrm>
                <a:off x="3187800" y="6167720"/>
                <a:ext cx="4140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1AC3C61F-3688-CAA5-E1F1-2168AD515566}"/>
                  </a:ext>
                </a:extLst>
              </p14:cNvPr>
              <p14:cNvContentPartPr/>
              <p14:nvPr/>
            </p14:nvContentPartPr>
            <p14:xfrm>
              <a:off x="3141360" y="6177440"/>
              <a:ext cx="514080" cy="33120"/>
            </p14:xfrm>
          </p:contentPart>
        </mc:Choice>
        <mc:Fallback xmlns="">
          <p:pic>
            <p:nvPicPr>
              <p:cNvPr id="9" name="Ink 8">
                <a:extLst>
                  <a:ext uri="{FF2B5EF4-FFF2-40B4-BE49-F238E27FC236}">
                    <a16:creationId xmlns:a16="http://schemas.microsoft.com/office/drawing/2014/main" id="{1AC3C61F-3688-CAA5-E1F1-2168AD515566}"/>
                  </a:ext>
                </a:extLst>
              </p:cNvPr>
              <p:cNvPicPr/>
              <p:nvPr/>
            </p:nvPicPr>
            <p:blipFill>
              <a:blip r:embed="rId9"/>
              <a:stretch>
                <a:fillRect/>
              </a:stretch>
            </p:blipFill>
            <p:spPr>
              <a:xfrm>
                <a:off x="3132354" y="6168341"/>
                <a:ext cx="531732" cy="5095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25D1DEC4-EFB1-5A51-7CB5-F52DE696FB66}"/>
                  </a:ext>
                </a:extLst>
              </p14:cNvPr>
              <p14:cNvContentPartPr/>
              <p14:nvPr/>
            </p14:nvContentPartPr>
            <p14:xfrm>
              <a:off x="3132000" y="6255200"/>
              <a:ext cx="592560" cy="179640"/>
            </p14:xfrm>
          </p:contentPart>
        </mc:Choice>
        <mc:Fallback xmlns="">
          <p:pic>
            <p:nvPicPr>
              <p:cNvPr id="14" name="Ink 13">
                <a:extLst>
                  <a:ext uri="{FF2B5EF4-FFF2-40B4-BE49-F238E27FC236}">
                    <a16:creationId xmlns:a16="http://schemas.microsoft.com/office/drawing/2014/main" id="{25D1DEC4-EFB1-5A51-7CB5-F52DE696FB66}"/>
                  </a:ext>
                </a:extLst>
              </p:cNvPr>
              <p:cNvPicPr/>
              <p:nvPr/>
            </p:nvPicPr>
            <p:blipFill>
              <a:blip r:embed="rId11"/>
              <a:stretch>
                <a:fillRect/>
              </a:stretch>
            </p:blipFill>
            <p:spPr>
              <a:xfrm>
                <a:off x="3123000" y="6246200"/>
                <a:ext cx="61020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1" name="Ink 20">
                <a:extLst>
                  <a:ext uri="{FF2B5EF4-FFF2-40B4-BE49-F238E27FC236}">
                    <a16:creationId xmlns:a16="http://schemas.microsoft.com/office/drawing/2014/main" id="{0002C5F4-F9DD-D517-2A85-0DBBCA570F89}"/>
                  </a:ext>
                </a:extLst>
              </p14:cNvPr>
              <p14:cNvContentPartPr/>
              <p14:nvPr/>
            </p14:nvContentPartPr>
            <p14:xfrm>
              <a:off x="3583440" y="6177080"/>
              <a:ext cx="402840" cy="177840"/>
            </p14:xfrm>
          </p:contentPart>
        </mc:Choice>
        <mc:Fallback xmlns="">
          <p:pic>
            <p:nvPicPr>
              <p:cNvPr id="21" name="Ink 20">
                <a:extLst>
                  <a:ext uri="{FF2B5EF4-FFF2-40B4-BE49-F238E27FC236}">
                    <a16:creationId xmlns:a16="http://schemas.microsoft.com/office/drawing/2014/main" id="{0002C5F4-F9DD-D517-2A85-0DBBCA570F89}"/>
                  </a:ext>
                </a:extLst>
              </p:cNvPr>
              <p:cNvPicPr/>
              <p:nvPr/>
            </p:nvPicPr>
            <p:blipFill>
              <a:blip r:embed="rId13"/>
              <a:stretch>
                <a:fillRect/>
              </a:stretch>
            </p:blipFill>
            <p:spPr>
              <a:xfrm>
                <a:off x="3574448" y="6168080"/>
                <a:ext cx="420464"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4" name="Ink 23">
                <a:extLst>
                  <a:ext uri="{FF2B5EF4-FFF2-40B4-BE49-F238E27FC236}">
                    <a16:creationId xmlns:a16="http://schemas.microsoft.com/office/drawing/2014/main" id="{354E3515-2C54-B765-E474-0A59FBC4E103}"/>
                  </a:ext>
                </a:extLst>
              </p14:cNvPr>
              <p14:cNvContentPartPr/>
              <p14:nvPr/>
            </p14:nvContentPartPr>
            <p14:xfrm>
              <a:off x="3989880" y="6220640"/>
              <a:ext cx="133920" cy="205920"/>
            </p14:xfrm>
          </p:contentPart>
        </mc:Choice>
        <mc:Fallback xmlns="">
          <p:pic>
            <p:nvPicPr>
              <p:cNvPr id="24" name="Ink 23">
                <a:extLst>
                  <a:ext uri="{FF2B5EF4-FFF2-40B4-BE49-F238E27FC236}">
                    <a16:creationId xmlns:a16="http://schemas.microsoft.com/office/drawing/2014/main" id="{354E3515-2C54-B765-E474-0A59FBC4E103}"/>
                  </a:ext>
                </a:extLst>
              </p:cNvPr>
              <p:cNvPicPr/>
              <p:nvPr/>
            </p:nvPicPr>
            <p:blipFill>
              <a:blip r:embed="rId15"/>
              <a:stretch>
                <a:fillRect/>
              </a:stretch>
            </p:blipFill>
            <p:spPr>
              <a:xfrm>
                <a:off x="3980880" y="6211624"/>
                <a:ext cx="151560" cy="223591"/>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7" name="Ink 26">
                <a:extLst>
                  <a:ext uri="{FF2B5EF4-FFF2-40B4-BE49-F238E27FC236}">
                    <a16:creationId xmlns:a16="http://schemas.microsoft.com/office/drawing/2014/main" id="{B4F5C263-A075-E050-3605-BD75FA1F5A9B}"/>
                  </a:ext>
                </a:extLst>
              </p14:cNvPr>
              <p14:cNvContentPartPr/>
              <p14:nvPr/>
            </p14:nvContentPartPr>
            <p14:xfrm>
              <a:off x="4223520" y="6121640"/>
              <a:ext cx="188280" cy="194760"/>
            </p14:xfrm>
          </p:contentPart>
        </mc:Choice>
        <mc:Fallback xmlns="">
          <p:pic>
            <p:nvPicPr>
              <p:cNvPr id="27" name="Ink 26">
                <a:extLst>
                  <a:ext uri="{FF2B5EF4-FFF2-40B4-BE49-F238E27FC236}">
                    <a16:creationId xmlns:a16="http://schemas.microsoft.com/office/drawing/2014/main" id="{B4F5C263-A075-E050-3605-BD75FA1F5A9B}"/>
                  </a:ext>
                </a:extLst>
              </p:cNvPr>
              <p:cNvPicPr/>
              <p:nvPr/>
            </p:nvPicPr>
            <p:blipFill>
              <a:blip r:embed="rId17"/>
              <a:stretch>
                <a:fillRect/>
              </a:stretch>
            </p:blipFill>
            <p:spPr>
              <a:xfrm>
                <a:off x="4214520" y="6112623"/>
                <a:ext cx="205920" cy="212433"/>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8" name="Ink 27">
                <a:extLst>
                  <a:ext uri="{FF2B5EF4-FFF2-40B4-BE49-F238E27FC236}">
                    <a16:creationId xmlns:a16="http://schemas.microsoft.com/office/drawing/2014/main" id="{A6EF67F3-E1E4-CAB0-2612-7653FF96EC2E}"/>
                  </a:ext>
                </a:extLst>
              </p14:cNvPr>
              <p14:cNvContentPartPr/>
              <p14:nvPr/>
            </p14:nvContentPartPr>
            <p14:xfrm>
              <a:off x="4352760" y="6276800"/>
              <a:ext cx="126000" cy="57240"/>
            </p14:xfrm>
          </p:contentPart>
        </mc:Choice>
        <mc:Fallback xmlns="">
          <p:pic>
            <p:nvPicPr>
              <p:cNvPr id="28" name="Ink 27">
                <a:extLst>
                  <a:ext uri="{FF2B5EF4-FFF2-40B4-BE49-F238E27FC236}">
                    <a16:creationId xmlns:a16="http://schemas.microsoft.com/office/drawing/2014/main" id="{A6EF67F3-E1E4-CAB0-2612-7653FF96EC2E}"/>
                  </a:ext>
                </a:extLst>
              </p:cNvPr>
              <p:cNvPicPr/>
              <p:nvPr/>
            </p:nvPicPr>
            <p:blipFill>
              <a:blip r:embed="rId19"/>
              <a:stretch>
                <a:fillRect/>
              </a:stretch>
            </p:blipFill>
            <p:spPr>
              <a:xfrm>
                <a:off x="4343760" y="6267800"/>
                <a:ext cx="14364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4" name="Ink 33">
                <a:extLst>
                  <a:ext uri="{FF2B5EF4-FFF2-40B4-BE49-F238E27FC236}">
                    <a16:creationId xmlns:a16="http://schemas.microsoft.com/office/drawing/2014/main" id="{6D26AF4C-805C-9573-F95F-381CE5494B4F}"/>
                  </a:ext>
                </a:extLst>
              </p14:cNvPr>
              <p14:cNvContentPartPr/>
              <p14:nvPr/>
            </p14:nvContentPartPr>
            <p14:xfrm>
              <a:off x="4520880" y="6190400"/>
              <a:ext cx="5760" cy="8280"/>
            </p14:xfrm>
          </p:contentPart>
        </mc:Choice>
        <mc:Fallback xmlns="">
          <p:pic>
            <p:nvPicPr>
              <p:cNvPr id="34" name="Ink 33">
                <a:extLst>
                  <a:ext uri="{FF2B5EF4-FFF2-40B4-BE49-F238E27FC236}">
                    <a16:creationId xmlns:a16="http://schemas.microsoft.com/office/drawing/2014/main" id="{6D26AF4C-805C-9573-F95F-381CE5494B4F}"/>
                  </a:ext>
                </a:extLst>
              </p:cNvPr>
              <p:cNvPicPr/>
              <p:nvPr/>
            </p:nvPicPr>
            <p:blipFill>
              <a:blip r:embed="rId21"/>
              <a:stretch>
                <a:fillRect/>
              </a:stretch>
            </p:blipFill>
            <p:spPr>
              <a:xfrm>
                <a:off x="4511880" y="6181400"/>
                <a:ext cx="2340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6" name="Ink 35">
                <a:extLst>
                  <a:ext uri="{FF2B5EF4-FFF2-40B4-BE49-F238E27FC236}">
                    <a16:creationId xmlns:a16="http://schemas.microsoft.com/office/drawing/2014/main" id="{9F6CE208-D420-F638-1CFE-3AAEB26CEFC4}"/>
                  </a:ext>
                </a:extLst>
              </p14:cNvPr>
              <p14:cNvContentPartPr/>
              <p14:nvPr/>
            </p14:nvContentPartPr>
            <p14:xfrm>
              <a:off x="4543560" y="6270680"/>
              <a:ext cx="158400" cy="56520"/>
            </p14:xfrm>
          </p:contentPart>
        </mc:Choice>
        <mc:Fallback xmlns="">
          <p:pic>
            <p:nvPicPr>
              <p:cNvPr id="36" name="Ink 35">
                <a:extLst>
                  <a:ext uri="{FF2B5EF4-FFF2-40B4-BE49-F238E27FC236}">
                    <a16:creationId xmlns:a16="http://schemas.microsoft.com/office/drawing/2014/main" id="{9F6CE208-D420-F638-1CFE-3AAEB26CEFC4}"/>
                  </a:ext>
                </a:extLst>
              </p:cNvPr>
              <p:cNvPicPr/>
              <p:nvPr/>
            </p:nvPicPr>
            <p:blipFill>
              <a:blip r:embed="rId23"/>
              <a:stretch>
                <a:fillRect/>
              </a:stretch>
            </p:blipFill>
            <p:spPr>
              <a:xfrm>
                <a:off x="4534560" y="6261680"/>
                <a:ext cx="176040" cy="74160"/>
              </a:xfrm>
              <a:prstGeom prst="rect">
                <a:avLst/>
              </a:prstGeom>
            </p:spPr>
          </p:pic>
        </mc:Fallback>
      </mc:AlternateContent>
    </p:spTree>
    <p:extLst>
      <p:ext uri="{BB962C8B-B14F-4D97-AF65-F5344CB8AC3E}">
        <p14:creationId xmlns:p14="http://schemas.microsoft.com/office/powerpoint/2010/main" val="1635463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1FE78D-D678-F428-F4DB-ECC70F22F88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EBA7EA2-D2C1-923F-7D64-CA4D5BAC9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E8DDC350-3E0C-CDF3-52C3-17B58C1792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45CECD76-5CF5-7F32-4588-05265F04C7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3D5F0877-209C-D084-18A6-0E89E73AB4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E5C4803F-F1EB-461C-A133-2D50EC7789D4}"/>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Specify the Pipe You Need (and can buy)</a:t>
            </a:r>
          </a:p>
        </p:txBody>
      </p:sp>
      <p:sp>
        <p:nvSpPr>
          <p:cNvPr id="3" name="TextBox 2">
            <a:extLst>
              <a:ext uri="{FF2B5EF4-FFF2-40B4-BE49-F238E27FC236}">
                <a16:creationId xmlns:a16="http://schemas.microsoft.com/office/drawing/2014/main" id="{08526693-492E-AA53-8253-7EDF0CF7AF69}"/>
              </a:ext>
            </a:extLst>
          </p:cNvPr>
          <p:cNvSpPr txBox="1"/>
          <p:nvPr/>
        </p:nvSpPr>
        <p:spPr>
          <a:xfrm>
            <a:off x="304799" y="1724025"/>
            <a:ext cx="818744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Hooray! </a:t>
            </a:r>
            <a:r>
              <a:rPr lang="en-US">
                <a:solidFill>
                  <a:prstClr val="black"/>
                </a:solidFill>
                <a:latin typeface="Aptos" panose="02110004020202020204"/>
              </a:rPr>
              <a:t>You have determined the required minimum wall thickness…</a:t>
            </a: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8" name="Picture 7">
            <a:extLst>
              <a:ext uri="{FF2B5EF4-FFF2-40B4-BE49-F238E27FC236}">
                <a16:creationId xmlns:a16="http://schemas.microsoft.com/office/drawing/2014/main" id="{8DA08DD0-4D50-5D40-9E8D-939D4B362DE6}"/>
              </a:ext>
            </a:extLst>
          </p:cNvPr>
          <p:cNvPicPr>
            <a:picLocks noChangeAspect="1"/>
          </p:cNvPicPr>
          <p:nvPr/>
        </p:nvPicPr>
        <p:blipFill>
          <a:blip r:embed="rId2"/>
          <a:stretch>
            <a:fillRect/>
          </a:stretch>
        </p:blipFill>
        <p:spPr>
          <a:xfrm>
            <a:off x="458887" y="2169267"/>
            <a:ext cx="6742529" cy="4497343"/>
          </a:xfrm>
          <a:prstGeom prst="rect">
            <a:avLst/>
          </a:prstGeom>
        </p:spPr>
      </p:pic>
      <p:sp>
        <p:nvSpPr>
          <p:cNvPr id="10" name="TextBox 9">
            <a:extLst>
              <a:ext uri="{FF2B5EF4-FFF2-40B4-BE49-F238E27FC236}">
                <a16:creationId xmlns:a16="http://schemas.microsoft.com/office/drawing/2014/main" id="{0AB6B1CC-71B1-FB4C-68CA-A510E4B85EC3}"/>
              </a:ext>
            </a:extLst>
          </p:cNvPr>
          <p:cNvSpPr txBox="1"/>
          <p:nvPr/>
        </p:nvSpPr>
        <p:spPr>
          <a:xfrm>
            <a:off x="7524556" y="2911598"/>
            <a:ext cx="3891064" cy="2585323"/>
          </a:xfrm>
          <a:prstGeom prst="rect">
            <a:avLst/>
          </a:prstGeom>
          <a:noFill/>
        </p:spPr>
        <p:txBody>
          <a:bodyPr wrap="square" rtlCol="0">
            <a:spAutoFit/>
          </a:bodyPr>
          <a:lstStyle/>
          <a:p>
            <a:r>
              <a:rPr lang="en-US"/>
              <a:t>Isn’t AI amazing? It may have just revolutionized solid mechanics!  Or, more likely, it just made something up…  </a:t>
            </a:r>
          </a:p>
          <a:p>
            <a:endParaRPr lang="en-US"/>
          </a:p>
          <a:p>
            <a:r>
              <a:rPr lang="en-US"/>
              <a:t>But, if we assume that the minimum required wall thickness is 0.10376” (your result may vary), what comes next?</a:t>
            </a:r>
          </a:p>
        </p:txBody>
      </p:sp>
    </p:spTree>
    <p:extLst>
      <p:ext uri="{BB962C8B-B14F-4D97-AF65-F5344CB8AC3E}">
        <p14:creationId xmlns:p14="http://schemas.microsoft.com/office/powerpoint/2010/main" val="3263567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ABD7B4-F8A4-FED4-4EE8-31C96773B9C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7BD1D6F-19CE-2D11-4035-CAA7C4598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C1EBB694-C633-7340-ECE0-13B667053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D81D3768-47F5-7766-71CF-FB6FFC026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B8DD9CFE-915A-4B5C-DD1D-4E4A7DE1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159B9E4A-D336-2781-E69F-520F77260E01}"/>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Specify the Pipe You Need (and can buy)</a:t>
            </a:r>
          </a:p>
        </p:txBody>
      </p:sp>
      <p:sp>
        <p:nvSpPr>
          <p:cNvPr id="3" name="TextBox 2">
            <a:extLst>
              <a:ext uri="{FF2B5EF4-FFF2-40B4-BE49-F238E27FC236}">
                <a16:creationId xmlns:a16="http://schemas.microsoft.com/office/drawing/2014/main" id="{AECC588A-4FF4-DD11-BDF3-9B2CA508306E}"/>
              </a:ext>
            </a:extLst>
          </p:cNvPr>
          <p:cNvSpPr txBox="1"/>
          <p:nvPr/>
        </p:nvSpPr>
        <p:spPr>
          <a:xfrm>
            <a:off x="304799" y="1724025"/>
            <a:ext cx="818744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Hooray! </a:t>
            </a:r>
            <a:r>
              <a:rPr lang="en-US">
                <a:solidFill>
                  <a:prstClr val="black"/>
                </a:solidFill>
                <a:latin typeface="Aptos" panose="02110004020202020204"/>
              </a:rPr>
              <a:t>You have determined the required minimum wall thickness…</a:t>
            </a: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0" name="TextBox 9">
            <a:extLst>
              <a:ext uri="{FF2B5EF4-FFF2-40B4-BE49-F238E27FC236}">
                <a16:creationId xmlns:a16="http://schemas.microsoft.com/office/drawing/2014/main" id="{081FE1F5-A4D6-C24F-C906-D966815781E9}"/>
              </a:ext>
            </a:extLst>
          </p:cNvPr>
          <p:cNvSpPr txBox="1"/>
          <p:nvPr/>
        </p:nvSpPr>
        <p:spPr>
          <a:xfrm>
            <a:off x="7524556" y="2911598"/>
            <a:ext cx="3891064" cy="3693319"/>
          </a:xfrm>
          <a:prstGeom prst="rect">
            <a:avLst/>
          </a:prstGeom>
          <a:noFill/>
        </p:spPr>
        <p:txBody>
          <a:bodyPr wrap="square" rtlCol="0">
            <a:spAutoFit/>
          </a:bodyPr>
          <a:lstStyle/>
          <a:p>
            <a:r>
              <a:rPr lang="en-US"/>
              <a:t>Availability is always a critical factor driving the specification of structural components.</a:t>
            </a:r>
          </a:p>
          <a:p>
            <a:endParaRPr lang="en-US"/>
          </a:p>
          <a:p>
            <a:r>
              <a:rPr lang="en-US"/>
              <a:t>Use the following website to get started in identifying a suitable choice for your 2.5” OD aluminum tube: </a:t>
            </a:r>
            <a:r>
              <a:rPr lang="en-US">
                <a:hlinkClick r:id="rId2"/>
              </a:rPr>
              <a:t>https://www.mcmaster.com/</a:t>
            </a:r>
            <a:endParaRPr lang="en-US"/>
          </a:p>
          <a:p>
            <a:endParaRPr lang="en-US"/>
          </a:p>
          <a:p>
            <a:r>
              <a:rPr lang="en-US"/>
              <a:t>Can’t find a tube that meets your length requirement?  Try here:</a:t>
            </a:r>
            <a:br>
              <a:rPr lang="en-US"/>
            </a:br>
            <a:r>
              <a:rPr lang="en-US">
                <a:hlinkClick r:id="rId3"/>
              </a:rPr>
              <a:t>https://www.onlinemetals.com/</a:t>
            </a:r>
            <a:endParaRPr lang="en-US"/>
          </a:p>
          <a:p>
            <a:endParaRPr lang="en-US"/>
          </a:p>
        </p:txBody>
      </p:sp>
      <p:pic>
        <p:nvPicPr>
          <p:cNvPr id="5" name="Picture 4">
            <a:extLst>
              <a:ext uri="{FF2B5EF4-FFF2-40B4-BE49-F238E27FC236}">
                <a16:creationId xmlns:a16="http://schemas.microsoft.com/office/drawing/2014/main" id="{7F92BDB6-C81D-B7DF-98F0-3471AB6E316E}"/>
              </a:ext>
            </a:extLst>
          </p:cNvPr>
          <p:cNvPicPr>
            <a:picLocks noChangeAspect="1"/>
          </p:cNvPicPr>
          <p:nvPr/>
        </p:nvPicPr>
        <p:blipFill>
          <a:blip r:embed="rId4"/>
          <a:stretch>
            <a:fillRect/>
          </a:stretch>
        </p:blipFill>
        <p:spPr>
          <a:xfrm>
            <a:off x="516865" y="2093357"/>
            <a:ext cx="6615874" cy="4417410"/>
          </a:xfrm>
          <a:prstGeom prst="rect">
            <a:avLst/>
          </a:prstGeom>
        </p:spPr>
      </p:pic>
    </p:spTree>
    <p:extLst>
      <p:ext uri="{BB962C8B-B14F-4D97-AF65-F5344CB8AC3E}">
        <p14:creationId xmlns:p14="http://schemas.microsoft.com/office/powerpoint/2010/main" val="3962090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62A84-0FF9-CC62-C55D-D665E91AC3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3095C2-2ABB-9BC3-8102-EE381F683136}"/>
              </a:ext>
            </a:extLst>
          </p:cNvPr>
          <p:cNvSpPr>
            <a:spLocks noGrp="1"/>
          </p:cNvSpPr>
          <p:nvPr>
            <p:ph type="title"/>
          </p:nvPr>
        </p:nvSpPr>
        <p:spPr>
          <a:xfrm>
            <a:off x="785621" y="561963"/>
            <a:ext cx="5313015" cy="1297115"/>
          </a:xfrm>
        </p:spPr>
        <p:txBody>
          <a:bodyPr vert="horz" lIns="91440" tIns="45720" rIns="91440" bIns="45720" rtlCol="0" anchor="t">
            <a:normAutofit fontScale="90000"/>
          </a:bodyPr>
          <a:lstStyle/>
          <a:p>
            <a:r>
              <a:rPr lang="en-US" sz="4000" kern="1200">
                <a:solidFill>
                  <a:schemeClr val="tx2"/>
                </a:solidFill>
                <a:latin typeface="+mj-lt"/>
                <a:ea typeface="+mj-ea"/>
                <a:cs typeface="+mj-cs"/>
              </a:rPr>
              <a:t>Specify your available stop sign post here.  Clearly indicate the requirements for OD, ID, Wall Thickness, Length, and Material Type. </a:t>
            </a:r>
            <a:br>
              <a:rPr lang="en-US" sz="4000">
                <a:solidFill>
                  <a:schemeClr val="tx2"/>
                </a:solidFill>
              </a:rPr>
            </a:br>
            <a:br>
              <a:rPr lang="en-US" sz="4000">
                <a:solidFill>
                  <a:schemeClr val="tx2"/>
                </a:solidFill>
              </a:rPr>
            </a:br>
            <a:r>
              <a:rPr lang="en-US" sz="4000">
                <a:solidFill>
                  <a:schemeClr val="tx2"/>
                </a:solidFill>
              </a:rPr>
              <a:t>Include a screenshot of where you would purchase this post and clearly indicate the total cost per post.</a:t>
            </a:r>
            <a:endParaRPr lang="en-US" sz="4000" kern="1200">
              <a:solidFill>
                <a:schemeClr val="tx2"/>
              </a:solidFill>
              <a:latin typeface="+mj-lt"/>
              <a:ea typeface="+mj-ea"/>
              <a:cs typeface="+mj-cs"/>
            </a:endParaRPr>
          </a:p>
        </p:txBody>
      </p:sp>
      <p:pic>
        <p:nvPicPr>
          <p:cNvPr id="7" name="Graphic 6" descr="Inbox1">
            <a:extLst>
              <a:ext uri="{FF2B5EF4-FFF2-40B4-BE49-F238E27FC236}">
                <a16:creationId xmlns:a16="http://schemas.microsoft.com/office/drawing/2014/main" id="{24188E60-4AB0-5735-7DEA-6C45D3D704F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29652" y="1859078"/>
            <a:ext cx="3821102" cy="3821102"/>
          </a:xfrm>
          <a:prstGeom prst="rect">
            <a:avLst/>
          </a:prstGeom>
          <a:ln>
            <a:noFill/>
          </a:ln>
        </p:spPr>
      </p:pic>
      <p:pic>
        <p:nvPicPr>
          <p:cNvPr id="3" name="Picture 2">
            <a:extLst>
              <a:ext uri="{FF2B5EF4-FFF2-40B4-BE49-F238E27FC236}">
                <a16:creationId xmlns:a16="http://schemas.microsoft.com/office/drawing/2014/main" id="{2C07EA7D-4538-2A3F-2628-388E8C18D5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415" y="141982"/>
            <a:ext cx="11633254" cy="6349491"/>
          </a:xfrm>
          <a:prstGeom prst="rect">
            <a:avLst/>
          </a:prstGeom>
        </p:spPr>
      </p:pic>
    </p:spTree>
    <p:extLst>
      <p:ext uri="{BB962C8B-B14F-4D97-AF65-F5344CB8AC3E}">
        <p14:creationId xmlns:p14="http://schemas.microsoft.com/office/powerpoint/2010/main" val="42224809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916</Words>
  <Application>Microsoft Office PowerPoint</Application>
  <PresentationFormat>Widescreen</PresentationFormat>
  <Paragraphs>67</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Avenir Next LT Pro</vt:lpstr>
      <vt:lpstr>Office Theme</vt:lpstr>
      <vt:lpstr> Mini-Project #2 Application of Finite Element Analysis to a Simple Structural System</vt:lpstr>
      <vt:lpstr>Context</vt:lpstr>
      <vt:lpstr>But, what if?</vt:lpstr>
      <vt:lpstr>Steps to Completion</vt:lpstr>
      <vt:lpstr>PowerPoint Presentation</vt:lpstr>
      <vt:lpstr>What are the Basic Elements Required by the City of Daytona?</vt:lpstr>
      <vt:lpstr>Requirements reasoning:</vt:lpstr>
      <vt:lpstr>What are the missing pieces that we do need to specify to complete the design for the pole?</vt:lpstr>
      <vt:lpstr>Material Selection</vt:lpstr>
      <vt:lpstr>Requirements reasoning:</vt:lpstr>
      <vt:lpstr>Structural Analysis – Let’s SCD(o) this!</vt:lpstr>
      <vt:lpstr>Insert Your SCD-Formatted Calculations Here.    Be sure to clearly identify the minimum required wall thickness</vt:lpstr>
      <vt:lpstr>Specify the Pipe You Need (and can buy)</vt:lpstr>
      <vt:lpstr>Specify the Pipe You Need (and can buy)</vt:lpstr>
      <vt:lpstr>Specify your available stop sign post here.  Clearly indicate the requirements for OD, ID, Wall Thickness, Length, and Material Type.   Include a screenshot of where you would purchase this post and clearly indicate the total cost per post.</vt:lpstr>
    </vt:vector>
  </TitlesOfParts>
  <Company>ERAU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Mini-Project #2 Application of Finite Element Analysis to a Simple Structural System</dc:title>
  <dc:creator>Brown, Jeff R.</dc:creator>
  <cp:lastModifiedBy>Ibishomi, Barakkah Ibitola I.</cp:lastModifiedBy>
  <cp:revision>1</cp:revision>
  <dcterms:created xsi:type="dcterms:W3CDTF">2026-01-12T18:13:03Z</dcterms:created>
  <dcterms:modified xsi:type="dcterms:W3CDTF">2026-06-15T20:24:49Z</dcterms:modified>
</cp:coreProperties>
</file>